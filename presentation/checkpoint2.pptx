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75f694fc-2d3a-0469-33dd-1c002d07412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351d8a4c-828e-9b8d-d93c-a3d502f7a014}">
          <p14:sldIdLst>
            <p14:sldId id="262"/>
            <p14:sldId id="263"/>
            <p14:sldId id="264"/>
            <p14:sldId id="265"/>
          </p14:sldIdLst>
        </p14:section>
        <p14:section name="Как работали" id="{8a18d53a-3b1e-0146-78c0-3e7b1cbaf45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91.7</c:v>
                </c:pt>
                <c:pt idx="1">
                  <c:v>76.5</c:v>
                </c:pt>
                <c:pt idx="2">
                  <c:v>61.4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84.1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Покажем, что уже работает и что показали опыты. На картинке настоящий прогон в Gazebo: собрано 5 образцов из 5, робот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дорогой грунт и опасные зоны, и робот их не видит: камеры нет, а датчик говорит только, насколько близко образец. Цель — собрать больше образцов и вернуться на базу, пока не села батарея: её хватает на 24 метра. Гипотеза: агент, который учится по измерениям,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 одной командой, карта по лидару, задача щелчком по карте или миссия, движение и результат. На кадрах настоящая миссия в Gazebo на трудном уровне: собрано 5 из 7, робот вернулся на базу. По дороге — штраф и сбой датчика: робот записал 14 гипотез, подтвердил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 — Gazebo для показа и быстрый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— из официальных пакетов без изменений: ROS 2 Jazzy, Gazebo и TurtleBot3 Burger. Агент, судья и быстрый симулятор — свои, на Python; всё ставится одной командой и закрыто автоматическими проверками: их 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сеткой с клеткой 5 сантиметров, и робот строит такую же сам по лидару: совпадение 96 процентов. Положение — одометрия, то есть счёт пути по колёсам, с поправкой по лидару: ошибка около двух сантиметров. Путь ищет алгоритм Дейкстры по цене клеток, ближе 17 сантиметров к стенам робот не едет; цену меняют карты вероятностей образцов и стоимости грунта.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проверено: стенд, навигация, поиск образцов, журнал гипотез, расследования и планировщик на языковой модели — 300 автоматических проверок и 4 246 прогонов. В работе — пульт и показ в Gazebo, роли модели, локальная модель и конструктор исследования. И прямо о нерешённом: адаптация к изменениям среды пока не прибавляет очков, память между прогонами результата не меняет,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на одних и тех же сценариях, которых при отладке не видели. Адаптивный собирает больше, в среднем на 17 процентных пунктов: выиграл в 72 сценариях из 120, проиграл в 3. А на базу оба возвращаются одинаково — эта часть гипотезы не подтвердилась.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вероятностей находит 99,7 процента образцов — больше, чем спираль и подъём по сигналу из условия. Агент-исследователь держит несколько объяснений странности и проверяет их опытом: из 177 выводов о причине неверны 3. На трудном уровне он вернулся на базу в 40 прогонах из 40, адаптивный — в 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перенос проверили в Gazebo с настоящей физикой. Сначала одометрия уходила больше чем на метр: первые тридцать секунд робот покачивается, и манёвры её сбивают. Теперь агент ждёт и сверяет положение с лидаром: ошибка около двух сантиметров. Результат совпал с быстрым симулятором с точностью до одного образца: на hard собрано 5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написан за полтора дня в диалоге с ИИ-ассистентом: он вёл работу как ведущий инженер и раздавал параллельные ветки вспомогательным агентам. Вторая модель давала второе мнение и нашла 8 слабых мест в расследованиях, все исправлены. Третья планирует внутри робота: 97 процентов годных планов с первого раза. И главное: ошибки находил стенд, а не глаз — четыре из них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точка, маршрут щелчком по карте или миссия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столбов, положение —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базе, счёт судьи</a:t>
            </a:r>
            <a:endParaRPr lang="en-US" sz="1300" dirty="0"/>
          </a:p>
        </p:txBody>
      </p:sp>
      <p:pic>
        <p:nvPicPr>
          <p:cNvPr id="20" name="gazebo-shot" descr="Окно Gazebo: тот же прогон в симуляторе с физик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594" y="2724912"/>
            <a:ext cx="1831848" cy="2509726"/>
          </a:xfrm>
          <a:prstGeom prst="rect">
            <a:avLst/>
          </a:prstGeom>
        </p:spPr>
      </p:pic>
      <p:sp>
        <p:nvSpPr>
          <p:cNvPr id="21" name="gazebo-shot-head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Окно Gazebo</a:t>
            </a:r>
            <a:endParaRPr lang="en-US" sz="1300" dirty="0"/>
          </a:p>
        </p:txBody>
      </p:sp>
      <p:sp>
        <p:nvSpPr>
          <p:cNvPr id="22" name="gazebo-shot-caption"/>
          <p:cNvSpPr txBox="1"/>
          <p:nvPr/>
        </p:nvSpPr>
        <p:spPr>
          <a:xfrm>
            <a:off x="411480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мир и робот из официальных пакетов; цветом показана скрытая правда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Веб-лаборатория: тот же прогон в проигрывателе, 75 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479" y="2724912"/>
            <a:ext cx="4943995" cy="278892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Веб-лаборатория: тот же прогон в проигрывателе, 75 с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87044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 справа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14 серий на одинаковых сценариях; прогон считается 0,4 с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веб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300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Основа работает и проверена опытами; показ в Gazebo и роли модели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4 246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4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Память между прогонами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4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176272"/>
          </a:xfrm>
          <a:prstGeom prst="roundRect">
            <a:avLst>
              <a:gd name="adj" fmla="val 3361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23160"/>
            <a:ext cx="3959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Пульт и показ полного сценария в Gazebo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 в расследованиях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Qwen: счёт пока ниже правила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Конструктор исследования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096512"/>
            <a:ext cx="4416552" cy="2121408"/>
          </a:xfrm>
          <a:prstGeom prst="roundRect">
            <a:avLst>
              <a:gd name="adj" fmla="val 3448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261104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26110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4809744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— об опасных зонах и между прогонами — вклада не показали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+17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99%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больше образцов, чем простые правила; исследователь чаще возвращается на базу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из 177</a:t>
            </a:r>
            <a:endParaRPr lang="en-US" sz="34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732520" y="4343400"/>
            <a:ext cx="2724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выводов исследователя о причине неверны; ещё 14 верны частично. Найдено 68% настоящих сбоев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Исследователь возвращается чаще адаптивного на 12,5 п. п. (95% интервал — от 2,5 до 22,5); по счёту разницы нет.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 В расследованиях она нашла 8 слабых мест, все исправлены.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выбирает подцели. GPT-6 Luna: 97% годных планов с первого раза, счёт 76 против 71 у правила. Локальная Qwen: 95% годных, но счёт 38.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2026-10-08T03:05:34Z</dcterms:created>
  <dcterms:modified xsi:type="dcterms:W3CDTF">2026-10-08T03:05:34Z</dcterms:modified>
</cp:coreProperties>
</file>