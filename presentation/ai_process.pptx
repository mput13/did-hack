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d277bfb9-86d9-2c3b-f4d2-cf72bf7ecda5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За сутки — 45 поручений агентам, и все 11 ревью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миссию, заданную словами, 6 из 6; робот с простым правилом — ни разу. Ожидание ответа модели стоило 73 очка; если робот едет, пока модель думает, возвращается 42 — эту работу ревью вернуло, она ещё не принята. В Gazebo робот вернулся на базу в прогонах 8 из 9, после правки — 7 из 7. Разбор потерь дал плюс шесть очков на трудном уровне. Не всё закончилось выигрышем: один опыт его не показал, новые схемы агента оказались не лучше нынешней, одну работу ревью вернуло, и мы её отложили.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1.png"/><Relationship Id="rId23" Type="http://schemas.openxmlformats.org/officeDocument/2006/relationships/image" Target="../media/image-2-2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3.png"/><Relationship Id="rId31" Type="http://schemas.openxmlformats.org/officeDocument/2006/relationships/image" Target="../media/image-2-2.png"/><Relationship Id="rId32" Type="http://schemas.openxmlformats.org/officeDocument/2006/relationships/image" Target="../media/image-2-3.png"/><Relationship Id="rId33" Type="http://schemas.openxmlformats.org/officeDocument/2006/relationships/image" Target="../media/image-2-2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2.png"/><Relationship Id="rId38" Type="http://schemas.openxmlformats.org/officeDocument/2006/relationships/image" Target="../media/image-2-3.png"/><Relationship Id="rId39" Type="http://schemas.openxmlformats.org/officeDocument/2006/relationships/image" Target="../media/image-2-2.png"/><Relationship Id="rId40" Type="http://schemas.openxmlformats.org/officeDocument/2006/relationships/image" Target="../media/image-2-2.png"/><Relationship Id="rId41" Type="http://schemas.openxmlformats.org/officeDocument/2006/relationships/image" Target="../media/image-2-3.png"/><Relationship Id="rId42" Type="http://schemas.openxmlformats.org/officeDocument/2006/relationships/image" Target="../media/image-2-1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2.png"/><Relationship Id="rId46" Type="http://schemas.openxmlformats.org/officeDocument/2006/relationships/image" Target="../media/image-2-3.png"/><Relationship Id="rId47" Type="http://schemas.openxmlformats.org/officeDocument/2006/relationships/image" Target="../media/image-2-2.png"/><Relationship Id="rId48" Type="http://schemas.openxmlformats.org/officeDocument/2006/relationships/slideLayout" Target="../slideLayouts/slideLayout2.xml"/><Relationship Id="rId4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 вернули работу на доработку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104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правки кода (коммита)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600+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7 500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76272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76272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76272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76272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76272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76272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76272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76272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76272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3512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3230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32304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514600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514600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514600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514600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514600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7345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32304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7063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70632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852928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852928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852928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852928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81178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70632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1089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108960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19125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19125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19125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108960"/>
            <a:ext cx="2560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19125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15010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19125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108960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ехать, пока думает: +42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44728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447288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529584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529584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529584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529584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48843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447288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78561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785616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867912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867912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867912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82676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785616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412394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4123944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206240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206240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206240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416509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4123944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4622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462272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544568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544568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544568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50342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462272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8006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800600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84174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882896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84174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882896"/>
            <a:ext cx="173736" cy="173736"/>
          </a:xfrm>
          <a:prstGeom prst="rect">
            <a:avLst/>
          </a:prstGeom>
        </p:spPr>
      </p:pic>
      <p:sp>
        <p:nvSpPr>
          <p:cNvPr id="127" name="lane-9-result"/>
          <p:cNvSpPr txBox="1"/>
          <p:nvPr/>
        </p:nvSpPr>
        <p:spPr>
          <a:xfrm>
            <a:off x="7315200" y="4800600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ревью вернуло работу; отложена</a:t>
            </a:r>
            <a:endParaRPr lang="en-US" sz="1400" dirty="0"/>
          </a:p>
        </p:txBody>
      </p:sp>
      <p:sp>
        <p:nvSpPr>
          <p:cNvPr id="128" name="lane-10-rule"/>
          <p:cNvSpPr/>
          <p:nvPr/>
        </p:nvSpPr>
        <p:spPr>
          <a:xfrm>
            <a:off x="548640" y="51389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9" name="lane-10-name"/>
          <p:cNvSpPr txBox="1"/>
          <p:nvPr/>
        </p:nvSpPr>
        <p:spPr>
          <a:xfrm>
            <a:off x="548640" y="5138928"/>
            <a:ext cx="361188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30" name="lane-10-chip-1-tile"/>
          <p:cNvSpPr/>
          <p:nvPr/>
        </p:nvSpPr>
        <p:spPr>
          <a:xfrm>
            <a:off x="4251960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1" name="lane-10-chip-1" descr="/Users/a/MAI/DID/presentation/assets/logos/gemin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293108" y="5221224"/>
            <a:ext cx="173736" cy="173736"/>
          </a:xfrm>
          <a:prstGeom prst="rect">
            <a:avLst/>
          </a:prstGeom>
        </p:spPr>
      </p:pic>
      <p:sp>
        <p:nvSpPr>
          <p:cNvPr id="132" name="lane-10-chip-2-tile"/>
          <p:cNvSpPr/>
          <p:nvPr/>
        </p:nvSpPr>
        <p:spPr>
          <a:xfrm>
            <a:off x="4544568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3" name="lane-10-chip-2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585716" y="5221224"/>
            <a:ext cx="173736" cy="173736"/>
          </a:xfrm>
          <a:prstGeom prst="rect">
            <a:avLst/>
          </a:prstGeom>
        </p:spPr>
      </p:pic>
      <p:sp>
        <p:nvSpPr>
          <p:cNvPr id="134" name="lane-10-chip-3-tile"/>
          <p:cNvSpPr/>
          <p:nvPr/>
        </p:nvSpPr>
        <p:spPr>
          <a:xfrm>
            <a:off x="4837176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5" name="lane-10-chip-3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878324" y="5221224"/>
            <a:ext cx="173736" cy="173736"/>
          </a:xfrm>
          <a:prstGeom prst="rect">
            <a:avLst/>
          </a:prstGeom>
        </p:spPr>
      </p:pic>
      <p:sp>
        <p:nvSpPr>
          <p:cNvPr id="136" name="lane-10-chip-4-tile"/>
          <p:cNvSpPr/>
          <p:nvPr/>
        </p:nvSpPr>
        <p:spPr>
          <a:xfrm>
            <a:off x="5129784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7" name="lane-10-chip-4" descr="/Users/a/MAI/DID/presentation/assets/logos/claude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5170932" y="5221224"/>
            <a:ext cx="173736" cy="173736"/>
          </a:xfrm>
          <a:prstGeom prst="rect">
            <a:avLst/>
          </a:prstGeom>
        </p:spPr>
      </p:pic>
      <p:sp>
        <p:nvSpPr>
          <p:cNvPr id="138" name="lane-10-chip-5-tile"/>
          <p:cNvSpPr/>
          <p:nvPr/>
        </p:nvSpPr>
        <p:spPr>
          <a:xfrm>
            <a:off x="5422392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9" name="lane-10-chip-5" descr="/Users/a/MAI/DID/presentation/assets/logos/openai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63540" y="5221224"/>
            <a:ext cx="173736" cy="173736"/>
          </a:xfrm>
          <a:prstGeom prst="rect">
            <a:avLst/>
          </a:prstGeom>
        </p:spPr>
      </p:pic>
      <p:sp>
        <p:nvSpPr>
          <p:cNvPr id="140" name="lane-10-chip-6-tile"/>
          <p:cNvSpPr/>
          <p:nvPr/>
        </p:nvSpPr>
        <p:spPr>
          <a:xfrm>
            <a:off x="5715000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1" name="lane-10-chip-6" descr="/Users/a/MAI/DID/presentation/assets/logos/claude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756148" y="5221224"/>
            <a:ext cx="173736" cy="173736"/>
          </a:xfrm>
          <a:prstGeom prst="rect">
            <a:avLst/>
          </a:prstGeom>
        </p:spPr>
      </p:pic>
      <p:sp>
        <p:nvSpPr>
          <p:cNvPr id="142" name="lane-10-chip-7"/>
          <p:cNvSpPr txBox="1"/>
          <p:nvPr/>
        </p:nvSpPr>
        <p:spPr>
          <a:xfrm>
            <a:off x="6007608" y="518007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43" name="lane-10-result"/>
          <p:cNvSpPr txBox="1"/>
          <p:nvPr/>
        </p:nvSpPr>
        <p:spPr>
          <a:xfrm>
            <a:off x="7315200" y="5138928"/>
            <a:ext cx="4325112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4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4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2026-10-08T15:20:28Z</dcterms:created>
  <dcterms:modified xsi:type="dcterms:W3CDTF">2026-10-08T15:20:28Z</dcterms:modified>
</cp:coreProperties>
</file>