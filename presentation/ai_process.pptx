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33106f19-2a3b-d83b-fed0-99d28b4f199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работу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Больше 90 поручений агентам и 34 круга ревью: 19 работ из 20 ревью вернуло на исправления.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миссии, заданные словами, в 45–46 из 48 прогонов на каждой из трёх моделей; робот с правилом, которое текст не читает, — ни разу. На имитаторе модели с задержкой 15 секунд ожидание ответа стоило 73 очка; если робот в это время едет по правилу, возвращается 42. На настоящей модели на десяти трудных сценариях то же: стоять — 34,7 очка, ехать по правилу — 73,2. Режим по умолчанию выключен. В Gazebo робот вернулся на базу в прогонах 8 из 9, после правки — 7 из 7. Разбор потерь дал плюс шесть очков на трудном уровне. Не всё закончилось выигрышем: для реакции на смену грунта, новых схем агента и пяти правок по разбору потерь выигрыш не показан. Это записано как результаты.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2.png"/><Relationship Id="rId23" Type="http://schemas.openxmlformats.org/officeDocument/2006/relationships/image" Target="../media/image-2-3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2.png"/><Relationship Id="rId31" Type="http://schemas.openxmlformats.org/officeDocument/2006/relationships/image" Target="../media/image-2-3.png"/><Relationship Id="rId32" Type="http://schemas.openxmlformats.org/officeDocument/2006/relationships/image" Target="../media/image-2-2.png"/><Relationship Id="rId33" Type="http://schemas.openxmlformats.org/officeDocument/2006/relationships/image" Target="../media/image-2-3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3.png"/><Relationship Id="rId38" Type="http://schemas.openxmlformats.org/officeDocument/2006/relationships/image" Target="../media/image-2-2.png"/><Relationship Id="rId39" Type="http://schemas.openxmlformats.org/officeDocument/2006/relationships/image" Target="../media/image-2-2.png"/><Relationship Id="rId40" Type="http://schemas.openxmlformats.org/officeDocument/2006/relationships/image" Target="../media/image-2-3.png"/><Relationship Id="rId41" Type="http://schemas.openxmlformats.org/officeDocument/2006/relationships/image" Target="../media/image-2-2.png"/><Relationship Id="rId42" Type="http://schemas.openxmlformats.org/officeDocument/2006/relationships/image" Target="../media/image-2-3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2.png"/><Relationship Id="rId46" Type="http://schemas.openxmlformats.org/officeDocument/2006/relationships/image" Target="../media/image-2-3.png"/><Relationship Id="rId47" Type="http://schemas.openxmlformats.org/officeDocument/2006/relationships/image" Target="../media/image-2-2.png"/><Relationship Id="rId48" Type="http://schemas.openxmlformats.org/officeDocument/2006/relationships/image" Target="../media/image-2-3.png"/><Relationship Id="rId49" Type="http://schemas.openxmlformats.org/officeDocument/2006/relationships/image" Target="../media/image-2-2.png"/><Relationship Id="rId50" Type="http://schemas.openxmlformats.org/officeDocument/2006/relationships/image" Target="../media/image-2-2.png"/><Relationship Id="rId51" Type="http://schemas.openxmlformats.org/officeDocument/2006/relationships/image" Target="../media/image-2-3.png"/><Relationship Id="rId52" Type="http://schemas.openxmlformats.org/officeDocument/2006/relationships/image" Target="../media/image-2-2.png"/><Relationship Id="rId53" Type="http://schemas.openxmlformats.org/officeDocument/2006/relationships/image" Target="../media/image-2-2.png"/><Relationship Id="rId54" Type="http://schemas.openxmlformats.org/officeDocument/2006/relationships/image" Target="../media/image-2-3.png"/><Relationship Id="rId55" Type="http://schemas.openxmlformats.org/officeDocument/2006/relationships/image" Target="../media/image-2-2.png"/><Relationship Id="rId56" Type="http://schemas.openxmlformats.org/officeDocument/2006/relationships/image" Target="../media/image-2-2.png"/><Relationship Id="rId57" Type="http://schemas.openxmlformats.org/officeDocument/2006/relationships/image" Target="../media/image-2-3.png"/><Relationship Id="rId58" Type="http://schemas.openxmlformats.org/officeDocument/2006/relationships/image" Target="../media/image-2-2.png"/><Relationship Id="rId59" Type="http://schemas.openxmlformats.org/officeDocument/2006/relationships/image" Target="../media/image-2-3.png"/><Relationship Id="rId60" Type="http://schemas.openxmlformats.org/officeDocument/2006/relationships/image" Target="../media/image-2-2.png"/><Relationship Id="rId61" Type="http://schemas.openxmlformats.org/officeDocument/2006/relationships/image" Target="../media/image-2-2.png"/><Relationship Id="rId62" Type="http://schemas.openxmlformats.org/officeDocument/2006/relationships/image" Target="../media/image-2-3.png"/><Relationship Id="rId63" Type="http://schemas.openxmlformats.org/officeDocument/2006/relationships/image" Target="../media/image-2-2.png"/><Relationship Id="rId64" Type="http://schemas.openxmlformats.org/officeDocument/2006/relationships/image" Target="../media/image-2-3.png"/><Relationship Id="rId65" Type="http://schemas.openxmlformats.org/officeDocument/2006/relationships/image" Target="../media/image-2-2.png"/><Relationship Id="rId66" Type="http://schemas.openxmlformats.org/officeDocument/2006/relationships/image" Target="../media/image-2-1.png"/><Relationship Id="rId67" Type="http://schemas.openxmlformats.org/officeDocument/2006/relationships/image" Target="../media/image-2-2.png"/><Relationship Id="rId68" Type="http://schemas.openxmlformats.org/officeDocument/2006/relationships/image" Target="../media/image-2-3.png"/><Relationship Id="rId69" Type="http://schemas.openxmlformats.org/officeDocument/2006/relationships/image" Target="../media/image-2-2.png"/><Relationship Id="rId70" Type="http://schemas.openxmlformats.org/officeDocument/2006/relationships/image" Target="../media/image-2-3.png"/><Relationship Id="rId71" Type="http://schemas.openxmlformats.org/officeDocument/2006/relationships/image" Target="../media/image-2-2.png"/><Relationship Id="rId72" Type="http://schemas.openxmlformats.org/officeDocument/2006/relationships/image" Target="../media/image-2-3.png"/><Relationship Id="rId73" Type="http://schemas.openxmlformats.org/officeDocument/2006/relationships/slideLayout" Target="../slideLayouts/slideLayout2.xml"/><Relationship Id="rId7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1,5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90+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19 из 20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 ревью вернуло на исправления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323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613648" y="5294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1022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613648" y="5724144"/>
            <a:ext cx="1234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993952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30 000+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9939528" y="5724144"/>
            <a:ext cx="1463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59536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4779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43" y="1741932"/>
            <a:ext cx="155448" cy="155448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58691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4527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23" y="1741932"/>
            <a:ext cx="155448" cy="155448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85617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898941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09837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574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57400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30933"/>
            <a:ext cx="155448" cy="155448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2628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428" y="2130933"/>
            <a:ext cx="155448" cy="155448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0060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1748" y="2130933"/>
            <a:ext cx="155448" cy="155448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07492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6068" y="2130933"/>
            <a:ext cx="155448" cy="155448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34924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2130933"/>
            <a:ext cx="155448" cy="155448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62356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4708" y="2130933"/>
            <a:ext cx="155448" cy="155448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589788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39028" y="2130933"/>
            <a:ext cx="155448" cy="155448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17220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3348" y="2130933"/>
            <a:ext cx="155448" cy="155448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44652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7668" y="2130933"/>
            <a:ext cx="155448" cy="155448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720840" y="208978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132320" y="2057400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35991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359914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433447"/>
            <a:ext cx="155448" cy="155448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2628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7428" y="2433447"/>
            <a:ext cx="155448" cy="155448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0060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1748" y="2433447"/>
            <a:ext cx="155448" cy="155448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07492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16068" y="2433447"/>
            <a:ext cx="155448" cy="155448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34924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90388" y="2433447"/>
            <a:ext cx="155448" cy="155448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623560" y="23922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132320" y="2359914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6624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662428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Миссия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735961"/>
            <a:ext cx="155448" cy="155448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2628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67428" y="2735961"/>
            <a:ext cx="155448" cy="155448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0060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748" y="2735961"/>
            <a:ext cx="155448" cy="155448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07492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16068" y="2735961"/>
            <a:ext cx="155448" cy="155448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34924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next"/>
          <p:cNvSpPr txBox="1"/>
          <p:nvPr/>
        </p:nvSpPr>
        <p:spPr>
          <a:xfrm>
            <a:off x="5623560" y="2662428"/>
            <a:ext cx="237744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4" name="lane-3-chip-7-tile"/>
          <p:cNvSpPr/>
          <p:nvPr/>
        </p:nvSpPr>
        <p:spPr>
          <a:xfrm>
            <a:off x="589788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5" name="lane-3-chip-7" descr="/Users/a/MAI/DID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39028" y="2735961"/>
            <a:ext cx="155448" cy="155448"/>
          </a:xfrm>
          <a:prstGeom prst="rect">
            <a:avLst/>
          </a:prstGeom>
        </p:spPr>
      </p:pic>
      <p:sp>
        <p:nvSpPr>
          <p:cNvPr id="66" name="lane-3-chip-8-tile"/>
          <p:cNvSpPr/>
          <p:nvPr/>
        </p:nvSpPr>
        <p:spPr>
          <a:xfrm>
            <a:off x="617220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7" name="lane-3-chip-8" descr="/Users/a/MAI/DID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13348" y="2735961"/>
            <a:ext cx="155448" cy="155448"/>
          </a:xfrm>
          <a:prstGeom prst="rect">
            <a:avLst/>
          </a:prstGeom>
        </p:spPr>
      </p:pic>
      <p:sp>
        <p:nvSpPr>
          <p:cNvPr id="68" name="lane-3-chip-9-tile"/>
          <p:cNvSpPr/>
          <p:nvPr/>
        </p:nvSpPr>
        <p:spPr>
          <a:xfrm>
            <a:off x="644652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9" name="lane-3-chip-9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87668" y="2735961"/>
            <a:ext cx="155448" cy="155448"/>
          </a:xfrm>
          <a:prstGeom prst="rect">
            <a:avLst/>
          </a:prstGeom>
        </p:spPr>
      </p:pic>
      <p:sp>
        <p:nvSpPr>
          <p:cNvPr id="70" name="lane-3-chip-10"/>
          <p:cNvSpPr txBox="1"/>
          <p:nvPr/>
        </p:nvSpPr>
        <p:spPr>
          <a:xfrm>
            <a:off x="6720840" y="269481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1" name="lane-3-result"/>
          <p:cNvSpPr txBox="1"/>
          <p:nvPr/>
        </p:nvSpPr>
        <p:spPr>
          <a:xfrm>
            <a:off x="7132320" y="2662428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45–46 из 48 прогонов, правило — 0 из 48</a:t>
            </a:r>
            <a:endParaRPr lang="en-US" sz="1400" dirty="0"/>
          </a:p>
        </p:txBody>
      </p:sp>
      <p:sp>
        <p:nvSpPr>
          <p:cNvPr id="72" name="lane-4-rule"/>
          <p:cNvSpPr/>
          <p:nvPr/>
        </p:nvSpPr>
        <p:spPr>
          <a:xfrm>
            <a:off x="548640" y="296494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3" name="lane-4-name"/>
          <p:cNvSpPr txBox="1"/>
          <p:nvPr/>
        </p:nvSpPr>
        <p:spPr>
          <a:xfrm>
            <a:off x="548640" y="2964942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Ехать, пока модель думает</a:t>
            </a:r>
            <a:endParaRPr lang="en-US" sz="1600" dirty="0"/>
          </a:p>
        </p:txBody>
      </p:sp>
      <p:sp>
        <p:nvSpPr>
          <p:cNvPr id="74" name="lane-4-chip-1-tile"/>
          <p:cNvSpPr/>
          <p:nvPr/>
        </p:nvSpPr>
        <p:spPr>
          <a:xfrm>
            <a:off x="425196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5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93108" y="3038475"/>
            <a:ext cx="155448" cy="155448"/>
          </a:xfrm>
          <a:prstGeom prst="rect">
            <a:avLst/>
          </a:prstGeom>
        </p:spPr>
      </p:pic>
      <p:sp>
        <p:nvSpPr>
          <p:cNvPr id="76" name="lane-4-chip-2-tile"/>
          <p:cNvSpPr/>
          <p:nvPr/>
        </p:nvSpPr>
        <p:spPr>
          <a:xfrm>
            <a:off x="452628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7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67428" y="3038475"/>
            <a:ext cx="155448" cy="155448"/>
          </a:xfrm>
          <a:prstGeom prst="rect">
            <a:avLst/>
          </a:prstGeom>
        </p:spPr>
      </p:pic>
      <p:sp>
        <p:nvSpPr>
          <p:cNvPr id="78" name="lane-4-chip-3-tile"/>
          <p:cNvSpPr/>
          <p:nvPr/>
        </p:nvSpPr>
        <p:spPr>
          <a:xfrm>
            <a:off x="480060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9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841748" y="3038475"/>
            <a:ext cx="155448" cy="155448"/>
          </a:xfrm>
          <a:prstGeom prst="rect">
            <a:avLst/>
          </a:prstGeom>
        </p:spPr>
      </p:pic>
      <p:sp>
        <p:nvSpPr>
          <p:cNvPr id="80" name="lane-4-chip-4-tile"/>
          <p:cNvSpPr/>
          <p:nvPr/>
        </p:nvSpPr>
        <p:spPr>
          <a:xfrm>
            <a:off x="507492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1" name="lane-4-chip-4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16068" y="3038475"/>
            <a:ext cx="155448" cy="155448"/>
          </a:xfrm>
          <a:prstGeom prst="rect">
            <a:avLst/>
          </a:prstGeom>
        </p:spPr>
      </p:pic>
      <p:sp>
        <p:nvSpPr>
          <p:cNvPr id="82" name="lane-4-chip-5-tile"/>
          <p:cNvSpPr/>
          <p:nvPr/>
        </p:nvSpPr>
        <p:spPr>
          <a:xfrm>
            <a:off x="534924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3" name="lane-4-chip-5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390388" y="3038475"/>
            <a:ext cx="155448" cy="155448"/>
          </a:xfrm>
          <a:prstGeom prst="rect">
            <a:avLst/>
          </a:prstGeom>
        </p:spPr>
      </p:pic>
      <p:sp>
        <p:nvSpPr>
          <p:cNvPr id="84" name="lane-4-chip-6"/>
          <p:cNvSpPr txBox="1"/>
          <p:nvPr/>
        </p:nvSpPr>
        <p:spPr>
          <a:xfrm>
            <a:off x="562356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5" name="lane-4-next"/>
          <p:cNvSpPr txBox="1"/>
          <p:nvPr/>
        </p:nvSpPr>
        <p:spPr>
          <a:xfrm>
            <a:off x="5897880" y="2964942"/>
            <a:ext cx="237744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86" name="lane-4-chip-8-tile"/>
          <p:cNvSpPr/>
          <p:nvPr/>
        </p:nvSpPr>
        <p:spPr>
          <a:xfrm>
            <a:off x="617220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7" name="lane-4-chip-8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213348" y="3038475"/>
            <a:ext cx="155448" cy="155448"/>
          </a:xfrm>
          <a:prstGeom prst="rect">
            <a:avLst/>
          </a:prstGeom>
        </p:spPr>
      </p:pic>
      <p:sp>
        <p:nvSpPr>
          <p:cNvPr id="88" name="lane-4-chip-9-tile"/>
          <p:cNvSpPr/>
          <p:nvPr/>
        </p:nvSpPr>
        <p:spPr>
          <a:xfrm>
            <a:off x="644652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9" name="lane-4-chip-9" descr="/Users/a/MAI/DID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87668" y="3038475"/>
            <a:ext cx="155448" cy="155448"/>
          </a:xfrm>
          <a:prstGeom prst="rect">
            <a:avLst/>
          </a:prstGeom>
        </p:spPr>
      </p:pic>
      <p:sp>
        <p:nvSpPr>
          <p:cNvPr id="90" name="lane-4-chip-10"/>
          <p:cNvSpPr txBox="1"/>
          <p:nvPr/>
        </p:nvSpPr>
        <p:spPr>
          <a:xfrm>
            <a:off x="6720840" y="299732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1" name="lane-4-result"/>
          <p:cNvSpPr txBox="1"/>
          <p:nvPr/>
        </p:nvSpPr>
        <p:spPr>
          <a:xfrm>
            <a:off x="7132320" y="2964942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настоящей модели: стоять 34,7 → ехать 73,2 очка</a:t>
            </a:r>
            <a:endParaRPr lang="en-US" sz="1400" dirty="0"/>
          </a:p>
        </p:txBody>
      </p:sp>
      <p:sp>
        <p:nvSpPr>
          <p:cNvPr id="92" name="lane-5-rule"/>
          <p:cNvSpPr/>
          <p:nvPr/>
        </p:nvSpPr>
        <p:spPr>
          <a:xfrm>
            <a:off x="548640" y="32674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3" name="lane-5-name"/>
          <p:cNvSpPr txBox="1"/>
          <p:nvPr/>
        </p:nvSpPr>
        <p:spPr>
          <a:xfrm>
            <a:off x="548640" y="3267456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94" name="lane-5-chip-1-tile"/>
          <p:cNvSpPr/>
          <p:nvPr/>
        </p:nvSpPr>
        <p:spPr>
          <a:xfrm>
            <a:off x="4251960" y="329984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5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293108" y="3340989"/>
            <a:ext cx="155448" cy="155448"/>
          </a:xfrm>
          <a:prstGeom prst="rect">
            <a:avLst/>
          </a:prstGeom>
        </p:spPr>
      </p:pic>
      <p:sp>
        <p:nvSpPr>
          <p:cNvPr id="96" name="lane-5-chip-2-tile"/>
          <p:cNvSpPr/>
          <p:nvPr/>
        </p:nvSpPr>
        <p:spPr>
          <a:xfrm>
            <a:off x="4526280" y="329984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7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567428" y="3340989"/>
            <a:ext cx="155448" cy="155448"/>
          </a:xfrm>
          <a:prstGeom prst="rect">
            <a:avLst/>
          </a:prstGeom>
        </p:spPr>
      </p:pic>
      <p:sp>
        <p:nvSpPr>
          <p:cNvPr id="98" name="lane-5-chip-3-tile"/>
          <p:cNvSpPr/>
          <p:nvPr/>
        </p:nvSpPr>
        <p:spPr>
          <a:xfrm>
            <a:off x="4800600" y="329984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9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41748" y="3340989"/>
            <a:ext cx="155448" cy="155448"/>
          </a:xfrm>
          <a:prstGeom prst="rect">
            <a:avLst/>
          </a:prstGeom>
        </p:spPr>
      </p:pic>
      <p:sp>
        <p:nvSpPr>
          <p:cNvPr id="100" name="lane-5-chip-4-tile"/>
          <p:cNvSpPr/>
          <p:nvPr/>
        </p:nvSpPr>
        <p:spPr>
          <a:xfrm>
            <a:off x="5074920" y="329984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1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16068" y="3340989"/>
            <a:ext cx="155448" cy="155448"/>
          </a:xfrm>
          <a:prstGeom prst="rect">
            <a:avLst/>
          </a:prstGeom>
        </p:spPr>
      </p:pic>
      <p:sp>
        <p:nvSpPr>
          <p:cNvPr id="102" name="lane-5-chip-5"/>
          <p:cNvSpPr txBox="1"/>
          <p:nvPr/>
        </p:nvSpPr>
        <p:spPr>
          <a:xfrm>
            <a:off x="5349240" y="329984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3" name="lane-5-result"/>
          <p:cNvSpPr txBox="1"/>
          <p:nvPr/>
        </p:nvSpPr>
        <p:spPr>
          <a:xfrm>
            <a:off x="7132320" y="3267456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104" name="lane-6-rule"/>
          <p:cNvSpPr/>
          <p:nvPr/>
        </p:nvSpPr>
        <p:spPr>
          <a:xfrm>
            <a:off x="548640" y="356997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5" name="lane-6-name"/>
          <p:cNvSpPr txBox="1"/>
          <p:nvPr/>
        </p:nvSpPr>
        <p:spPr>
          <a:xfrm>
            <a:off x="548640" y="3569970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Положение и сторожа</a:t>
            </a:r>
            <a:endParaRPr lang="en-US" sz="1600" dirty="0"/>
          </a:p>
        </p:txBody>
      </p:sp>
      <p:sp>
        <p:nvSpPr>
          <p:cNvPr id="106" name="lane-6-chip-1-tile"/>
          <p:cNvSpPr/>
          <p:nvPr/>
        </p:nvSpPr>
        <p:spPr>
          <a:xfrm>
            <a:off x="425196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7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93108" y="3643503"/>
            <a:ext cx="155448" cy="155448"/>
          </a:xfrm>
          <a:prstGeom prst="rect">
            <a:avLst/>
          </a:prstGeom>
        </p:spPr>
      </p:pic>
      <p:sp>
        <p:nvSpPr>
          <p:cNvPr id="108" name="lane-6-chip-2-tile"/>
          <p:cNvSpPr/>
          <p:nvPr/>
        </p:nvSpPr>
        <p:spPr>
          <a:xfrm>
            <a:off x="452628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9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67428" y="3643503"/>
            <a:ext cx="155448" cy="155448"/>
          </a:xfrm>
          <a:prstGeom prst="rect">
            <a:avLst/>
          </a:prstGeom>
        </p:spPr>
      </p:pic>
      <p:sp>
        <p:nvSpPr>
          <p:cNvPr id="110" name="lane-6-chip-3-tile"/>
          <p:cNvSpPr/>
          <p:nvPr/>
        </p:nvSpPr>
        <p:spPr>
          <a:xfrm>
            <a:off x="480060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1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41748" y="3643503"/>
            <a:ext cx="155448" cy="155448"/>
          </a:xfrm>
          <a:prstGeom prst="rect">
            <a:avLst/>
          </a:prstGeom>
        </p:spPr>
      </p:pic>
      <p:sp>
        <p:nvSpPr>
          <p:cNvPr id="112" name="lane-6-chip-4"/>
          <p:cNvSpPr txBox="1"/>
          <p:nvPr/>
        </p:nvSpPr>
        <p:spPr>
          <a:xfrm>
            <a:off x="507492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3" name="lane-6-next"/>
          <p:cNvSpPr txBox="1"/>
          <p:nvPr/>
        </p:nvSpPr>
        <p:spPr>
          <a:xfrm>
            <a:off x="5349240" y="3569970"/>
            <a:ext cx="237744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14" name="lane-6-chip-6-tile"/>
          <p:cNvSpPr/>
          <p:nvPr/>
        </p:nvSpPr>
        <p:spPr>
          <a:xfrm>
            <a:off x="562356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5" name="lane-6-chip-6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708" y="3643503"/>
            <a:ext cx="155448" cy="155448"/>
          </a:xfrm>
          <a:prstGeom prst="rect">
            <a:avLst/>
          </a:prstGeom>
        </p:spPr>
      </p:pic>
      <p:sp>
        <p:nvSpPr>
          <p:cNvPr id="116" name="lane-6-chip-7-tile"/>
          <p:cNvSpPr/>
          <p:nvPr/>
        </p:nvSpPr>
        <p:spPr>
          <a:xfrm>
            <a:off x="589788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7" name="lane-6-chip-7" descr="/Users/a/MAI/DID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939028" y="3643503"/>
            <a:ext cx="155448" cy="155448"/>
          </a:xfrm>
          <a:prstGeom prst="rect">
            <a:avLst/>
          </a:prstGeom>
        </p:spPr>
      </p:pic>
      <p:sp>
        <p:nvSpPr>
          <p:cNvPr id="118" name="lane-6-chip-8-tile"/>
          <p:cNvSpPr/>
          <p:nvPr/>
        </p:nvSpPr>
        <p:spPr>
          <a:xfrm>
            <a:off x="617220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9" name="lane-6-chip-8" descr="/Users/a/MAI/DID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13348" y="3643503"/>
            <a:ext cx="155448" cy="155448"/>
          </a:xfrm>
          <a:prstGeom prst="rect">
            <a:avLst/>
          </a:prstGeom>
        </p:spPr>
      </p:pic>
      <p:sp>
        <p:nvSpPr>
          <p:cNvPr id="120" name="lane-6-chip-9-tile"/>
          <p:cNvSpPr/>
          <p:nvPr/>
        </p:nvSpPr>
        <p:spPr>
          <a:xfrm>
            <a:off x="644652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1" name="lane-6-chip-9" descr="/Users/a/MAI/DID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87668" y="3643503"/>
            <a:ext cx="155448" cy="155448"/>
          </a:xfrm>
          <a:prstGeom prst="rect">
            <a:avLst/>
          </a:prstGeom>
        </p:spPr>
      </p:pic>
      <p:sp>
        <p:nvSpPr>
          <p:cNvPr id="122" name="lane-6-chip-10"/>
          <p:cNvSpPr txBox="1"/>
          <p:nvPr/>
        </p:nvSpPr>
        <p:spPr>
          <a:xfrm>
            <a:off x="6720840" y="360235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3" name="lane-6-result"/>
          <p:cNvSpPr txBox="1"/>
          <p:nvPr/>
        </p:nvSpPr>
        <p:spPr>
          <a:xfrm>
            <a:off x="7132320" y="3569970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24" name="lane-7-rule"/>
          <p:cNvSpPr/>
          <p:nvPr/>
        </p:nvSpPr>
        <p:spPr>
          <a:xfrm>
            <a:off x="548640" y="387248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5" name="lane-7-name"/>
          <p:cNvSpPr txBox="1"/>
          <p:nvPr/>
        </p:nvSpPr>
        <p:spPr>
          <a:xfrm>
            <a:off x="548640" y="3872484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126" name="lane-7-chip-1-tile"/>
          <p:cNvSpPr/>
          <p:nvPr/>
        </p:nvSpPr>
        <p:spPr>
          <a:xfrm>
            <a:off x="425196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7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3946017"/>
            <a:ext cx="155448" cy="155448"/>
          </a:xfrm>
          <a:prstGeom prst="rect">
            <a:avLst/>
          </a:prstGeom>
        </p:spPr>
      </p:pic>
      <p:sp>
        <p:nvSpPr>
          <p:cNvPr id="128" name="lane-7-chip-2-tile"/>
          <p:cNvSpPr/>
          <p:nvPr/>
        </p:nvSpPr>
        <p:spPr>
          <a:xfrm>
            <a:off x="452628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9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67428" y="3946017"/>
            <a:ext cx="155448" cy="155448"/>
          </a:xfrm>
          <a:prstGeom prst="rect">
            <a:avLst/>
          </a:prstGeom>
        </p:spPr>
      </p:pic>
      <p:sp>
        <p:nvSpPr>
          <p:cNvPr id="130" name="lane-7-chip-3-tile"/>
          <p:cNvSpPr/>
          <p:nvPr/>
        </p:nvSpPr>
        <p:spPr>
          <a:xfrm>
            <a:off x="480060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1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841748" y="3946017"/>
            <a:ext cx="155448" cy="155448"/>
          </a:xfrm>
          <a:prstGeom prst="rect">
            <a:avLst/>
          </a:prstGeom>
        </p:spPr>
      </p:pic>
      <p:sp>
        <p:nvSpPr>
          <p:cNvPr id="132" name="lane-7-chip-4-tile"/>
          <p:cNvSpPr/>
          <p:nvPr/>
        </p:nvSpPr>
        <p:spPr>
          <a:xfrm>
            <a:off x="507492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3" name="lane-7-chip-4" descr="/Users/a/MAI/DID/presentation/assets/logos/openai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116068" y="3946017"/>
            <a:ext cx="155448" cy="155448"/>
          </a:xfrm>
          <a:prstGeom prst="rect">
            <a:avLst/>
          </a:prstGeom>
        </p:spPr>
      </p:pic>
      <p:sp>
        <p:nvSpPr>
          <p:cNvPr id="134" name="lane-7-chip-5"/>
          <p:cNvSpPr txBox="1"/>
          <p:nvPr/>
        </p:nvSpPr>
        <p:spPr>
          <a:xfrm>
            <a:off x="534924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5" name="lane-7-next"/>
          <p:cNvSpPr txBox="1"/>
          <p:nvPr/>
        </p:nvSpPr>
        <p:spPr>
          <a:xfrm>
            <a:off x="5623560" y="3872484"/>
            <a:ext cx="237744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36" name="lane-7-chip-7-tile"/>
          <p:cNvSpPr/>
          <p:nvPr/>
        </p:nvSpPr>
        <p:spPr>
          <a:xfrm>
            <a:off x="589788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7" name="lane-7-chip-7" descr="/Users/a/MAI/DID/presentation/assets/logos/claude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939028" y="3946017"/>
            <a:ext cx="155448" cy="155448"/>
          </a:xfrm>
          <a:prstGeom prst="rect">
            <a:avLst/>
          </a:prstGeom>
        </p:spPr>
      </p:pic>
      <p:sp>
        <p:nvSpPr>
          <p:cNvPr id="138" name="lane-7-chip-8-tile"/>
          <p:cNvSpPr/>
          <p:nvPr/>
        </p:nvSpPr>
        <p:spPr>
          <a:xfrm>
            <a:off x="617220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9" name="lane-7-chip-8" descr="/Users/a/MAI/DID/presentation/assets/logos/openai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213348" y="3946017"/>
            <a:ext cx="155448" cy="155448"/>
          </a:xfrm>
          <a:prstGeom prst="rect">
            <a:avLst/>
          </a:prstGeom>
        </p:spPr>
      </p:pic>
      <p:sp>
        <p:nvSpPr>
          <p:cNvPr id="140" name="lane-7-chip-9-tile"/>
          <p:cNvSpPr/>
          <p:nvPr/>
        </p:nvSpPr>
        <p:spPr>
          <a:xfrm>
            <a:off x="644652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1" name="lane-7-chip-9" descr="/Users/a/MAI/DID/presentation/assets/logos/claude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487668" y="3946017"/>
            <a:ext cx="155448" cy="155448"/>
          </a:xfrm>
          <a:prstGeom prst="rect">
            <a:avLst/>
          </a:prstGeom>
        </p:spPr>
      </p:pic>
      <p:sp>
        <p:nvSpPr>
          <p:cNvPr id="142" name="lane-7-chip-10"/>
          <p:cNvSpPr txBox="1"/>
          <p:nvPr/>
        </p:nvSpPr>
        <p:spPr>
          <a:xfrm>
            <a:off x="6720840" y="390486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43" name="lane-7-result"/>
          <p:cNvSpPr txBox="1"/>
          <p:nvPr/>
        </p:nvSpPr>
        <p:spPr>
          <a:xfrm>
            <a:off x="7132320" y="3872484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144" name="lane-8-rule"/>
          <p:cNvSpPr/>
          <p:nvPr/>
        </p:nvSpPr>
        <p:spPr>
          <a:xfrm>
            <a:off x="548640" y="417499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45" name="lane-8-name"/>
          <p:cNvSpPr txBox="1"/>
          <p:nvPr/>
        </p:nvSpPr>
        <p:spPr>
          <a:xfrm>
            <a:off x="548640" y="4174998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46" name="lane-8-chip-1-tile"/>
          <p:cNvSpPr/>
          <p:nvPr/>
        </p:nvSpPr>
        <p:spPr>
          <a:xfrm>
            <a:off x="4251960" y="420738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7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293108" y="4248531"/>
            <a:ext cx="155448" cy="155448"/>
          </a:xfrm>
          <a:prstGeom prst="rect">
            <a:avLst/>
          </a:prstGeom>
        </p:spPr>
      </p:pic>
      <p:sp>
        <p:nvSpPr>
          <p:cNvPr id="148" name="lane-8-chip-2-tile"/>
          <p:cNvSpPr/>
          <p:nvPr/>
        </p:nvSpPr>
        <p:spPr>
          <a:xfrm>
            <a:off x="4526280" y="420738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9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567428" y="4248531"/>
            <a:ext cx="155448" cy="155448"/>
          </a:xfrm>
          <a:prstGeom prst="rect">
            <a:avLst/>
          </a:prstGeom>
        </p:spPr>
      </p:pic>
      <p:sp>
        <p:nvSpPr>
          <p:cNvPr id="150" name="lane-8-chip-3-tile"/>
          <p:cNvSpPr/>
          <p:nvPr/>
        </p:nvSpPr>
        <p:spPr>
          <a:xfrm>
            <a:off x="4800600" y="420738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1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4841748" y="4248531"/>
            <a:ext cx="155448" cy="155448"/>
          </a:xfrm>
          <a:prstGeom prst="rect">
            <a:avLst/>
          </a:prstGeom>
        </p:spPr>
      </p:pic>
      <p:sp>
        <p:nvSpPr>
          <p:cNvPr id="152" name="lane-8-chip-4"/>
          <p:cNvSpPr txBox="1"/>
          <p:nvPr/>
        </p:nvSpPr>
        <p:spPr>
          <a:xfrm>
            <a:off x="5074920" y="420738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8-result"/>
          <p:cNvSpPr txBox="1"/>
          <p:nvPr/>
        </p:nvSpPr>
        <p:spPr>
          <a:xfrm>
            <a:off x="7132320" y="4174998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 очка</a:t>
            </a:r>
            <a:endParaRPr lang="en-US" sz="1400" dirty="0"/>
          </a:p>
        </p:txBody>
      </p:sp>
      <p:sp>
        <p:nvSpPr>
          <p:cNvPr id="154" name="lane-9-rule"/>
          <p:cNvSpPr/>
          <p:nvPr/>
        </p:nvSpPr>
        <p:spPr>
          <a:xfrm>
            <a:off x="548640" y="447751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5" name="lane-9-name"/>
          <p:cNvSpPr txBox="1"/>
          <p:nvPr/>
        </p:nvSpPr>
        <p:spPr>
          <a:xfrm>
            <a:off x="548640" y="4477512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опыта с учётом цены</a:t>
            </a:r>
            <a:endParaRPr lang="en-US" sz="1600" dirty="0"/>
          </a:p>
        </p:txBody>
      </p:sp>
      <p:sp>
        <p:nvSpPr>
          <p:cNvPr id="156" name="lane-9-chip-1-tile"/>
          <p:cNvSpPr/>
          <p:nvPr/>
        </p:nvSpPr>
        <p:spPr>
          <a:xfrm>
            <a:off x="4251960" y="450989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7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293108" y="4551045"/>
            <a:ext cx="155448" cy="155448"/>
          </a:xfrm>
          <a:prstGeom prst="rect">
            <a:avLst/>
          </a:prstGeom>
        </p:spPr>
      </p:pic>
      <p:sp>
        <p:nvSpPr>
          <p:cNvPr id="158" name="lane-9-chip-2-tile"/>
          <p:cNvSpPr/>
          <p:nvPr/>
        </p:nvSpPr>
        <p:spPr>
          <a:xfrm>
            <a:off x="4526280" y="450989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9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567428" y="4551045"/>
            <a:ext cx="155448" cy="155448"/>
          </a:xfrm>
          <a:prstGeom prst="rect">
            <a:avLst/>
          </a:prstGeom>
        </p:spPr>
      </p:pic>
      <p:sp>
        <p:nvSpPr>
          <p:cNvPr id="160" name="lane-9-chip-3-tile"/>
          <p:cNvSpPr/>
          <p:nvPr/>
        </p:nvSpPr>
        <p:spPr>
          <a:xfrm>
            <a:off x="4800600" y="450989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1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4841748" y="4551045"/>
            <a:ext cx="155448" cy="155448"/>
          </a:xfrm>
          <a:prstGeom prst="rect">
            <a:avLst/>
          </a:prstGeom>
        </p:spPr>
      </p:pic>
      <p:sp>
        <p:nvSpPr>
          <p:cNvPr id="162" name="lane-9-chip-4"/>
          <p:cNvSpPr txBox="1"/>
          <p:nvPr/>
        </p:nvSpPr>
        <p:spPr>
          <a:xfrm>
            <a:off x="5074920" y="450989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63" name="lane-9-result"/>
          <p:cNvSpPr txBox="1"/>
          <p:nvPr/>
        </p:nvSpPr>
        <p:spPr>
          <a:xfrm>
            <a:off x="7132320" y="4477512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расследование: 0,54 → 0,08</a:t>
            </a:r>
            <a:endParaRPr lang="en-US" sz="1400" dirty="0"/>
          </a:p>
        </p:txBody>
      </p:sp>
      <p:sp>
        <p:nvSpPr>
          <p:cNvPr id="164" name="lane-10-rule"/>
          <p:cNvSpPr/>
          <p:nvPr/>
        </p:nvSpPr>
        <p:spPr>
          <a:xfrm>
            <a:off x="548640" y="478002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65" name="lane-10-name"/>
          <p:cNvSpPr txBox="1"/>
          <p:nvPr/>
        </p:nvSpPr>
        <p:spPr>
          <a:xfrm>
            <a:off x="548640" y="4780026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66" name="lane-10-chip-1-tile"/>
          <p:cNvSpPr/>
          <p:nvPr/>
        </p:nvSpPr>
        <p:spPr>
          <a:xfrm>
            <a:off x="425196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7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293108" y="4853559"/>
            <a:ext cx="155448" cy="155448"/>
          </a:xfrm>
          <a:prstGeom prst="rect">
            <a:avLst/>
          </a:prstGeom>
        </p:spPr>
      </p:pic>
      <p:sp>
        <p:nvSpPr>
          <p:cNvPr id="168" name="lane-10-chip-2-tile"/>
          <p:cNvSpPr/>
          <p:nvPr/>
        </p:nvSpPr>
        <p:spPr>
          <a:xfrm>
            <a:off x="452628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9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4567428" y="4853559"/>
            <a:ext cx="155448" cy="155448"/>
          </a:xfrm>
          <a:prstGeom prst="rect">
            <a:avLst/>
          </a:prstGeom>
        </p:spPr>
      </p:pic>
      <p:sp>
        <p:nvSpPr>
          <p:cNvPr id="170" name="lane-10-chip-3-tile"/>
          <p:cNvSpPr/>
          <p:nvPr/>
        </p:nvSpPr>
        <p:spPr>
          <a:xfrm>
            <a:off x="480060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1" name="lane-10-chip-3" descr="/Users/a/MAI/DID/presentation/assets/logos/claude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4841748" y="4853559"/>
            <a:ext cx="155448" cy="155448"/>
          </a:xfrm>
          <a:prstGeom prst="rect">
            <a:avLst/>
          </a:prstGeom>
        </p:spPr>
      </p:pic>
      <p:sp>
        <p:nvSpPr>
          <p:cNvPr id="172" name="lane-10-chip-4-tile"/>
          <p:cNvSpPr/>
          <p:nvPr/>
        </p:nvSpPr>
        <p:spPr>
          <a:xfrm>
            <a:off x="507492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3" name="lane-10-chip-4" descr="/Users/a/MAI/DID/presentation/assets/logos/openai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5116068" y="4853559"/>
            <a:ext cx="155448" cy="155448"/>
          </a:xfrm>
          <a:prstGeom prst="rect">
            <a:avLst/>
          </a:prstGeom>
        </p:spPr>
      </p:pic>
      <p:sp>
        <p:nvSpPr>
          <p:cNvPr id="174" name="lane-10-chip-5-tile"/>
          <p:cNvSpPr/>
          <p:nvPr/>
        </p:nvSpPr>
        <p:spPr>
          <a:xfrm>
            <a:off x="534924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5" name="lane-10-chip-5" descr="/Users/a/MAI/DID/presentation/assets/logos/claude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390388" y="4853559"/>
            <a:ext cx="155448" cy="155448"/>
          </a:xfrm>
          <a:prstGeom prst="rect">
            <a:avLst/>
          </a:prstGeom>
        </p:spPr>
      </p:pic>
      <p:sp>
        <p:nvSpPr>
          <p:cNvPr id="176" name="lane-10-chip-6"/>
          <p:cNvSpPr txBox="1"/>
          <p:nvPr/>
        </p:nvSpPr>
        <p:spPr>
          <a:xfrm>
            <a:off x="5623560" y="481241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77" name="lane-10-result"/>
          <p:cNvSpPr txBox="1"/>
          <p:nvPr/>
        </p:nvSpPr>
        <p:spPr>
          <a:xfrm>
            <a:off x="7132320" y="4780026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неверный закон датчика: 1% → 71% образцов</a:t>
            </a:r>
            <a:endParaRPr lang="en-US" sz="1400" dirty="0"/>
          </a:p>
        </p:txBody>
      </p:sp>
      <p:sp>
        <p:nvSpPr>
          <p:cNvPr id="178" name="lane-11-rule"/>
          <p:cNvSpPr/>
          <p:nvPr/>
        </p:nvSpPr>
        <p:spPr>
          <a:xfrm>
            <a:off x="548640" y="508254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9" name="lane-11-name"/>
          <p:cNvSpPr txBox="1"/>
          <p:nvPr/>
        </p:nvSpPr>
        <p:spPr>
          <a:xfrm>
            <a:off x="548640" y="5082540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80" name="lane-11-chip-1-tile"/>
          <p:cNvSpPr/>
          <p:nvPr/>
        </p:nvSpPr>
        <p:spPr>
          <a:xfrm>
            <a:off x="425196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1" name="lane-11-chip-1" descr="/Users/a/MAI/DID/presentation/assets/logos/claude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293108" y="5156073"/>
            <a:ext cx="155448" cy="155448"/>
          </a:xfrm>
          <a:prstGeom prst="rect">
            <a:avLst/>
          </a:prstGeom>
        </p:spPr>
      </p:pic>
      <p:sp>
        <p:nvSpPr>
          <p:cNvPr id="182" name="lane-11-chip-2-tile"/>
          <p:cNvSpPr/>
          <p:nvPr/>
        </p:nvSpPr>
        <p:spPr>
          <a:xfrm>
            <a:off x="452628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3" name="lane-11-chip-2" descr="/Users/a/MAI/DID/presentation/assets/logos/openai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567428" y="5156073"/>
            <a:ext cx="155448" cy="155448"/>
          </a:xfrm>
          <a:prstGeom prst="rect">
            <a:avLst/>
          </a:prstGeom>
        </p:spPr>
      </p:pic>
      <p:sp>
        <p:nvSpPr>
          <p:cNvPr id="184" name="lane-11-chip-3-tile"/>
          <p:cNvSpPr/>
          <p:nvPr/>
        </p:nvSpPr>
        <p:spPr>
          <a:xfrm>
            <a:off x="480060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5" name="lane-11-chip-3" descr="/Users/a/MAI/DID/presentation/assets/logos/claude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841748" y="5156073"/>
            <a:ext cx="155448" cy="155448"/>
          </a:xfrm>
          <a:prstGeom prst="rect">
            <a:avLst/>
          </a:prstGeom>
        </p:spPr>
      </p:pic>
      <p:sp>
        <p:nvSpPr>
          <p:cNvPr id="186" name="lane-11-chip-4-tile"/>
          <p:cNvSpPr/>
          <p:nvPr/>
        </p:nvSpPr>
        <p:spPr>
          <a:xfrm>
            <a:off x="507492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7" name="lane-11-chip-4" descr="/Users/a/MAI/DID/presentation/assets/logos/openai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116068" y="5156073"/>
            <a:ext cx="155448" cy="155448"/>
          </a:xfrm>
          <a:prstGeom prst="rect">
            <a:avLst/>
          </a:prstGeom>
        </p:spPr>
      </p:pic>
      <p:sp>
        <p:nvSpPr>
          <p:cNvPr id="188" name="lane-11-chip-5-tile"/>
          <p:cNvSpPr/>
          <p:nvPr/>
        </p:nvSpPr>
        <p:spPr>
          <a:xfrm>
            <a:off x="534924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9" name="lane-11-chip-5" descr="/Users/a/MAI/DID/presentation/assets/logos/claude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5390388" y="5156073"/>
            <a:ext cx="155448" cy="155448"/>
          </a:xfrm>
          <a:prstGeom prst="rect">
            <a:avLst/>
          </a:prstGeom>
        </p:spPr>
      </p:pic>
      <p:sp>
        <p:nvSpPr>
          <p:cNvPr id="190" name="lane-11-chip-6"/>
          <p:cNvSpPr txBox="1"/>
          <p:nvPr/>
        </p:nvSpPr>
        <p:spPr>
          <a:xfrm>
            <a:off x="5623560" y="51149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91" name="lane-11-result"/>
          <p:cNvSpPr txBox="1"/>
          <p:nvPr/>
        </p:nvSpPr>
        <p:spPr>
          <a:xfrm>
            <a:off x="7132320" y="5082540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26 с, заряда на четверть меньше</a:t>
            </a:r>
            <a:endParaRPr lang="en-US" sz="1400" dirty="0"/>
          </a:p>
        </p:txBody>
      </p:sp>
      <p:sp>
        <p:nvSpPr>
          <p:cNvPr id="192" name="lane-12-rule"/>
          <p:cNvSpPr/>
          <p:nvPr/>
        </p:nvSpPr>
        <p:spPr>
          <a:xfrm>
            <a:off x="548640" y="538505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3" name="lane-12-name"/>
          <p:cNvSpPr txBox="1"/>
          <p:nvPr/>
        </p:nvSpPr>
        <p:spPr>
          <a:xfrm>
            <a:off x="548640" y="5385054"/>
            <a:ext cx="3611880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94" name="lane-12-chip-1-tile"/>
          <p:cNvSpPr/>
          <p:nvPr/>
        </p:nvSpPr>
        <p:spPr>
          <a:xfrm>
            <a:off x="425196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5" name="lane-12-chip-1" descr="/Users/a/MAI/DID/presentation/assets/logos/gemini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293108" y="5458587"/>
            <a:ext cx="155448" cy="155448"/>
          </a:xfrm>
          <a:prstGeom prst="rect">
            <a:avLst/>
          </a:prstGeom>
        </p:spPr>
      </p:pic>
      <p:sp>
        <p:nvSpPr>
          <p:cNvPr id="196" name="lane-12-chip-2-tile"/>
          <p:cNvSpPr/>
          <p:nvPr/>
        </p:nvSpPr>
        <p:spPr>
          <a:xfrm>
            <a:off x="452628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7" name="lane-12-chip-2" descr="/Users/a/MAI/DID/presentation/assets/logos/claude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567428" y="5458587"/>
            <a:ext cx="155448" cy="155448"/>
          </a:xfrm>
          <a:prstGeom prst="rect">
            <a:avLst/>
          </a:prstGeom>
        </p:spPr>
      </p:pic>
      <p:sp>
        <p:nvSpPr>
          <p:cNvPr id="198" name="lane-12-chip-3-tile"/>
          <p:cNvSpPr/>
          <p:nvPr/>
        </p:nvSpPr>
        <p:spPr>
          <a:xfrm>
            <a:off x="480060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9" name="lane-12-chip-3" descr="/Users/a/MAI/DID/presentation/assets/logos/openai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4841748" y="5458587"/>
            <a:ext cx="155448" cy="155448"/>
          </a:xfrm>
          <a:prstGeom prst="rect">
            <a:avLst/>
          </a:prstGeom>
        </p:spPr>
      </p:pic>
      <p:sp>
        <p:nvSpPr>
          <p:cNvPr id="200" name="lane-12-chip-4-tile"/>
          <p:cNvSpPr/>
          <p:nvPr/>
        </p:nvSpPr>
        <p:spPr>
          <a:xfrm>
            <a:off x="507492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1" name="lane-12-chip-4" descr="/Users/a/MAI/DID/presentation/assets/logos/claude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5116068" y="5458587"/>
            <a:ext cx="155448" cy="155448"/>
          </a:xfrm>
          <a:prstGeom prst="rect">
            <a:avLst/>
          </a:prstGeom>
        </p:spPr>
      </p:pic>
      <p:sp>
        <p:nvSpPr>
          <p:cNvPr id="202" name="lane-12-chip-5-tile"/>
          <p:cNvSpPr/>
          <p:nvPr/>
        </p:nvSpPr>
        <p:spPr>
          <a:xfrm>
            <a:off x="534924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3" name="lane-12-chip-5" descr="/Users/a/MAI/DID/presentation/assets/logos/openai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5390388" y="5458587"/>
            <a:ext cx="155448" cy="155448"/>
          </a:xfrm>
          <a:prstGeom prst="rect">
            <a:avLst/>
          </a:prstGeom>
        </p:spPr>
      </p:pic>
      <p:sp>
        <p:nvSpPr>
          <p:cNvPr id="204" name="lane-12-chip-6-tile"/>
          <p:cNvSpPr/>
          <p:nvPr/>
        </p:nvSpPr>
        <p:spPr>
          <a:xfrm>
            <a:off x="562356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5" name="lane-12-chip-6" descr="/Users/a/MAI/DID/presentation/assets/logos/claude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5664708" y="5458587"/>
            <a:ext cx="155448" cy="155448"/>
          </a:xfrm>
          <a:prstGeom prst="rect">
            <a:avLst/>
          </a:prstGeom>
        </p:spPr>
      </p:pic>
      <p:sp>
        <p:nvSpPr>
          <p:cNvPr id="206" name="lane-12-chip-7-tile"/>
          <p:cNvSpPr/>
          <p:nvPr/>
        </p:nvSpPr>
        <p:spPr>
          <a:xfrm>
            <a:off x="589788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7" name="lane-12-chip-7" descr="/Users/a/MAI/DID/presentation/assets/logos/openai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5939028" y="5458587"/>
            <a:ext cx="155448" cy="155448"/>
          </a:xfrm>
          <a:prstGeom prst="rect">
            <a:avLst/>
          </a:prstGeom>
        </p:spPr>
      </p:pic>
      <p:sp>
        <p:nvSpPr>
          <p:cNvPr id="208" name="lane-12-chip-8"/>
          <p:cNvSpPr txBox="1"/>
          <p:nvPr/>
        </p:nvSpPr>
        <p:spPr>
          <a:xfrm>
            <a:off x="6172200" y="541743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09" name="lane-12-result"/>
          <p:cNvSpPr txBox="1"/>
          <p:nvPr/>
        </p:nvSpPr>
        <p:spPr>
          <a:xfrm>
            <a:off x="7132320" y="5385054"/>
            <a:ext cx="4507992" cy="30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210" name="conclusion-card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211" name="conclusion-text"/>
          <p:cNvSpPr txBox="1"/>
          <p:nvPr/>
        </p:nvSpPr>
        <p:spPr>
          <a:xfrm>
            <a:off x="822960" y="57607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процесса,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2026-10-09T09:48:03Z</dcterms:created>
  <dcterms:modified xsi:type="dcterms:W3CDTF">2026-10-09T09:48:03Z</dcterms:modified>
</cp:coreProperties>
</file>