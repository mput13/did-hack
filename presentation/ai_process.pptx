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ef62e5d6-37a1-8558-4bed-993734af016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Больше 45 поручений агентам, и первые 11 ревью подряд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миссию, заданную словами, 6 из 6; робот с простым правилом — ни разу. Ожидание ответа модели стоило 73 очка; если робот едет, пока модель думает, возвращается 42 — эту работу ревью вернуло, она ещё не принята. В Gazebo робот вернулся на базу в прогонах 8 из 9, после правки — 7 из 7. Разбор потерь дал плюс шесть очков на трудном уровне. Не всё закончилось выигрышем: один опыт его не показал, новые схемы агента оказались не лучше нынешней, одну работу ревью вернуло, и мы её отложили.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1.png"/><Relationship Id="rId23" Type="http://schemas.openxmlformats.org/officeDocument/2006/relationships/image" Target="../media/image-2-2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3.png"/><Relationship Id="rId31" Type="http://schemas.openxmlformats.org/officeDocument/2006/relationships/image" Target="../media/image-2-2.png"/><Relationship Id="rId32" Type="http://schemas.openxmlformats.org/officeDocument/2006/relationships/image" Target="../media/image-2-3.png"/><Relationship Id="rId33" Type="http://schemas.openxmlformats.org/officeDocument/2006/relationships/image" Target="../media/image-2-2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2.png"/><Relationship Id="rId38" Type="http://schemas.openxmlformats.org/officeDocument/2006/relationships/image" Target="../media/image-2-3.png"/><Relationship Id="rId39" Type="http://schemas.openxmlformats.org/officeDocument/2006/relationships/image" Target="../media/image-2-2.png"/><Relationship Id="rId40" Type="http://schemas.openxmlformats.org/officeDocument/2006/relationships/image" Target="../media/image-2-2.png"/><Relationship Id="rId41" Type="http://schemas.openxmlformats.org/officeDocument/2006/relationships/image" Target="../media/image-2-3.png"/><Relationship Id="rId42" Type="http://schemas.openxmlformats.org/officeDocument/2006/relationships/image" Target="../media/image-2-2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1.png"/><Relationship Id="rId46" Type="http://schemas.openxmlformats.org/officeDocument/2006/relationships/image" Target="../media/image-2-2.png"/><Relationship Id="rId47" Type="http://schemas.openxmlformats.org/officeDocument/2006/relationships/image" Target="../media/image-2-3.png"/><Relationship Id="rId48" Type="http://schemas.openxmlformats.org/officeDocument/2006/relationships/image" Target="../media/image-2-2.png"/><Relationship Id="rId49" Type="http://schemas.openxmlformats.org/officeDocument/2006/relationships/image" Target="../media/image-2-3.png"/><Relationship Id="rId50" Type="http://schemas.openxmlformats.org/officeDocument/2006/relationships/image" Target="../media/image-2-2.png"/><Relationship Id="rId51" Type="http://schemas.openxmlformats.org/officeDocument/2006/relationships/slideLayout" Target="../slideLayouts/slideLayout2.xml"/><Relationship Id="rId5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первых ревью вернули работу на доработку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176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740+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13 300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60893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60893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60893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60893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60893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60893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60893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60893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60893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0154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01547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468464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468464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468464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468464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468464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01547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091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09118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776035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776035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776035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776035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09118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01668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016689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08360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08360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08360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016689"/>
            <a:ext cx="256032" cy="307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08360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08360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016689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ехать, пока думает: +42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3242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324260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391177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391177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391177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391177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324260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6318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63183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698748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698748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698748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63183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393940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393940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006319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006319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006319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393940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2469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246972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313890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313890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313890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246972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5545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554543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621461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621461"/>
            <a:ext cx="173736" cy="173736"/>
          </a:xfrm>
          <a:prstGeom prst="rect">
            <a:avLst/>
          </a:prstGeom>
        </p:spPr>
      </p:pic>
      <p:sp>
        <p:nvSpPr>
          <p:cNvPr id="127" name="lane-9-chip-3-tile"/>
          <p:cNvSpPr/>
          <p:nvPr/>
        </p:nvSpPr>
        <p:spPr>
          <a:xfrm>
            <a:off x="4837176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8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78324" y="4621461"/>
            <a:ext cx="173736" cy="173736"/>
          </a:xfrm>
          <a:prstGeom prst="rect">
            <a:avLst/>
          </a:prstGeom>
        </p:spPr>
      </p:pic>
      <p:sp>
        <p:nvSpPr>
          <p:cNvPr id="129" name="lane-9-chip-4"/>
          <p:cNvSpPr txBox="1"/>
          <p:nvPr/>
        </p:nvSpPr>
        <p:spPr>
          <a:xfrm>
            <a:off x="5129784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0" name="lane-9-result"/>
          <p:cNvSpPr txBox="1"/>
          <p:nvPr/>
        </p:nvSpPr>
        <p:spPr>
          <a:xfrm>
            <a:off x="7315200" y="4554543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26 с, заряда на четверть меньше</a:t>
            </a:r>
            <a:endParaRPr lang="en-US" sz="1400" dirty="0"/>
          </a:p>
        </p:txBody>
      </p:sp>
      <p:sp>
        <p:nvSpPr>
          <p:cNvPr id="131" name="lane-10-rule"/>
          <p:cNvSpPr/>
          <p:nvPr/>
        </p:nvSpPr>
        <p:spPr>
          <a:xfrm>
            <a:off x="548640" y="486211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2" name="lane-10-name"/>
          <p:cNvSpPr txBox="1"/>
          <p:nvPr/>
        </p:nvSpPr>
        <p:spPr>
          <a:xfrm>
            <a:off x="548640" y="4862114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33" name="lane-10-chip-1-tile"/>
          <p:cNvSpPr/>
          <p:nvPr/>
        </p:nvSpPr>
        <p:spPr>
          <a:xfrm>
            <a:off x="4251960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4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4929032"/>
            <a:ext cx="173736" cy="173736"/>
          </a:xfrm>
          <a:prstGeom prst="rect">
            <a:avLst/>
          </a:prstGeom>
        </p:spPr>
      </p:pic>
      <p:sp>
        <p:nvSpPr>
          <p:cNvPr id="135" name="lane-10-chip-2-tile"/>
          <p:cNvSpPr/>
          <p:nvPr/>
        </p:nvSpPr>
        <p:spPr>
          <a:xfrm>
            <a:off x="4544568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6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85716" y="4929032"/>
            <a:ext cx="173736" cy="173736"/>
          </a:xfrm>
          <a:prstGeom prst="rect">
            <a:avLst/>
          </a:prstGeom>
        </p:spPr>
      </p:pic>
      <p:sp>
        <p:nvSpPr>
          <p:cNvPr id="137" name="lane-10-result"/>
          <p:cNvSpPr txBox="1"/>
          <p:nvPr/>
        </p:nvSpPr>
        <p:spPr>
          <a:xfrm>
            <a:off x="7315200" y="4862114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ревью вернуло работу; отложена</a:t>
            </a:r>
            <a:endParaRPr lang="en-US" sz="1400" dirty="0"/>
          </a:p>
        </p:txBody>
      </p:sp>
      <p:sp>
        <p:nvSpPr>
          <p:cNvPr id="138" name="lane-11-rule"/>
          <p:cNvSpPr/>
          <p:nvPr/>
        </p:nvSpPr>
        <p:spPr>
          <a:xfrm>
            <a:off x="548640" y="516968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9" name="lane-11-name"/>
          <p:cNvSpPr txBox="1"/>
          <p:nvPr/>
        </p:nvSpPr>
        <p:spPr>
          <a:xfrm>
            <a:off x="548640" y="5169685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40" name="lane-11-chip-1-tile"/>
          <p:cNvSpPr/>
          <p:nvPr/>
        </p:nvSpPr>
        <p:spPr>
          <a:xfrm>
            <a:off x="425196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1" name="lane-11-chip-1" descr="/Users/a/MAI/DID/presentation/assets/logos/gemini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293108" y="5236603"/>
            <a:ext cx="173736" cy="173736"/>
          </a:xfrm>
          <a:prstGeom prst="rect">
            <a:avLst/>
          </a:prstGeom>
        </p:spPr>
      </p:pic>
      <p:sp>
        <p:nvSpPr>
          <p:cNvPr id="142" name="lane-11-chip-2-tile"/>
          <p:cNvSpPr/>
          <p:nvPr/>
        </p:nvSpPr>
        <p:spPr>
          <a:xfrm>
            <a:off x="454456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3" name="lane-11-chip-2" descr="/Users/a/MAI/DID/presentation/assets/logos/claude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585716" y="5236603"/>
            <a:ext cx="173736" cy="173736"/>
          </a:xfrm>
          <a:prstGeom prst="rect">
            <a:avLst/>
          </a:prstGeom>
        </p:spPr>
      </p:pic>
      <p:sp>
        <p:nvSpPr>
          <p:cNvPr id="144" name="lane-11-chip-3-tile"/>
          <p:cNvSpPr/>
          <p:nvPr/>
        </p:nvSpPr>
        <p:spPr>
          <a:xfrm>
            <a:off x="4837176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5" name="lane-11-chip-3" descr="/Users/a/MAI/DID/presentation/assets/logos/openai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78324" y="5236603"/>
            <a:ext cx="173736" cy="173736"/>
          </a:xfrm>
          <a:prstGeom prst="rect">
            <a:avLst/>
          </a:prstGeom>
        </p:spPr>
      </p:pic>
      <p:sp>
        <p:nvSpPr>
          <p:cNvPr id="146" name="lane-11-chip-4-tile"/>
          <p:cNvSpPr/>
          <p:nvPr/>
        </p:nvSpPr>
        <p:spPr>
          <a:xfrm>
            <a:off x="5129784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7" name="lane-11-chip-4" descr="/Users/a/MAI/DID/presentation/assets/logos/claude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70932" y="5236603"/>
            <a:ext cx="173736" cy="173736"/>
          </a:xfrm>
          <a:prstGeom prst="rect">
            <a:avLst/>
          </a:prstGeom>
        </p:spPr>
      </p:pic>
      <p:sp>
        <p:nvSpPr>
          <p:cNvPr id="148" name="lane-11-chip-5-tile"/>
          <p:cNvSpPr/>
          <p:nvPr/>
        </p:nvSpPr>
        <p:spPr>
          <a:xfrm>
            <a:off x="5422392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9" name="lane-11-chip-5" descr="/Users/a/MAI/DID/presentation/assets/logos/openai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463540" y="5236603"/>
            <a:ext cx="173736" cy="173736"/>
          </a:xfrm>
          <a:prstGeom prst="rect">
            <a:avLst/>
          </a:prstGeom>
        </p:spPr>
      </p:pic>
      <p:sp>
        <p:nvSpPr>
          <p:cNvPr id="150" name="lane-11-chip-6-tile"/>
          <p:cNvSpPr/>
          <p:nvPr/>
        </p:nvSpPr>
        <p:spPr>
          <a:xfrm>
            <a:off x="571500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51" name="lane-11-chip-6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756148" y="5236603"/>
            <a:ext cx="173736" cy="173736"/>
          </a:xfrm>
          <a:prstGeom prst="rect">
            <a:avLst/>
          </a:prstGeom>
        </p:spPr>
      </p:pic>
      <p:sp>
        <p:nvSpPr>
          <p:cNvPr id="152" name="lane-11-chip-7"/>
          <p:cNvSpPr txBox="1"/>
          <p:nvPr/>
        </p:nvSpPr>
        <p:spPr>
          <a:xfrm>
            <a:off x="600760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11-result"/>
          <p:cNvSpPr txBox="1"/>
          <p:nvPr/>
        </p:nvSpPr>
        <p:spPr>
          <a:xfrm>
            <a:off x="7315200" y="5169685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5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2026-10-08T18:14:04Z</dcterms:created>
  <dcterms:modified xsi:type="dcterms:W3CDTF">2026-10-08T18:14:04Z</dcterms:modified>
</cp:coreProperties>
</file>