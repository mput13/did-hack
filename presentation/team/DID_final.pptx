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 и заранее его не предусмотришь. Задание составное: собери ровно два образца, не заезжая в правую половину арены, и сразу возвращайся. Слева робот с обычным правилом: текста он не читает, собирает всё подряд и едет через запретную половину. Справа подцели выбирает языковая модель: два образца в разрешённой половине — и домой. Каждое такое условие по отдельности можно запрограммировать, но здесь мы ничего не программировали: поменяли фразу — поменялось поведение. Модель выполняет это задание в 11 прогонах из 12,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Обычно каждый прогон робот начинает с чистого листа. Мы научили его помнить лабораторию: после прогона он записывает в файл, где получил штраф за невидимую зону и где пол оказался дорогим. Мест образцов в памяти нет. Пример — второй прогон в той же лаборатории, образцы лежат уже в других местах. Слева робот без памяти въезжает в зону и получает штраф. Справа он эту зону помнит — она обведена пунктиром — и объезжает. В среднем это плюс четыре и три очка, а первых въездов в зону на треть меньше. Это быстрый симулятор и та же расстановка арены: память от другой расстановки выигрыша не дала, в Gazebo не проверяли.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1.png"/><Relationship Id="rId5" Type="http://schemas.openxmlformats.org/officeDocument/2006/relationships/image" Target="../media/image-18-3.png"/><Relationship Id="rId6" Type="http://schemas.openxmlformats.org/officeDocument/2006/relationships/image" Target="../media/image-18-2.png"/><Relationship Id="rId7" Type="http://schemas.openxmlformats.org/officeDocument/2006/relationships/image" Target="../media/image-18-3.png"/><Relationship Id="rId8" Type="http://schemas.openxmlformats.org/officeDocument/2006/relationships/image" Target="../media/image-18-2.png"/><Relationship Id="rId9" Type="http://schemas.openxmlformats.org/officeDocument/2006/relationships/image" Target="../media/image-18-3.png"/><Relationship Id="rId10" Type="http://schemas.openxmlformats.org/officeDocument/2006/relationships/image" Target="../media/image-18-2.png"/><Relationship Id="rId11" Type="http://schemas.openxmlformats.org/officeDocument/2006/relationships/image" Target="../media/image-18-3.png"/><Relationship Id="rId12" Type="http://schemas.openxmlformats.org/officeDocument/2006/relationships/image" Target="../media/image-18-2.png"/><Relationship Id="rId13" Type="http://schemas.openxmlformats.org/officeDocument/2006/relationships/image" Target="../media/image-18-1.png"/><Relationship Id="rId14" Type="http://schemas.openxmlformats.org/officeDocument/2006/relationships/image" Target="../media/image-18-1.png"/><Relationship Id="rId15" Type="http://schemas.openxmlformats.org/officeDocument/2006/relationships/image" Target="../media/image-18-1.png"/><Relationship Id="rId16" Type="http://schemas.openxmlformats.org/officeDocument/2006/relationships/image" Target="../media/image-18-1.png"/><Relationship Id="rId17" Type="http://schemas.openxmlformats.org/officeDocument/2006/relationships/image" Target="../media/image-18-2.png"/><Relationship Id="rId18" Type="http://schemas.openxmlformats.org/officeDocument/2006/relationships/image" Target="../media/image-18-1.png"/><Relationship Id="rId19" Type="http://schemas.openxmlformats.org/officeDocument/2006/relationships/image" Target="../media/image-18-2.png"/><Relationship Id="rId20" Type="http://schemas.openxmlformats.org/officeDocument/2006/relationships/image" Target="../media/image-18-3.png"/><Relationship Id="rId21" Type="http://schemas.openxmlformats.org/officeDocument/2006/relationships/image" Target="../media/image-18-2.png"/><Relationship Id="rId22" Type="http://schemas.openxmlformats.org/officeDocument/2006/relationships/image" Target="../media/image-18-2.png"/><Relationship Id="rId23" Type="http://schemas.openxmlformats.org/officeDocument/2006/relationships/image" Target="../media/image-18-3.png"/><Relationship Id="rId24" Type="http://schemas.openxmlformats.org/officeDocument/2006/relationships/image" Target="../media/image-18-2.png"/><Relationship Id="rId25" Type="http://schemas.openxmlformats.org/officeDocument/2006/relationships/image" Target="../media/image-18-2.png"/><Relationship Id="rId26" Type="http://schemas.openxmlformats.org/officeDocument/2006/relationships/image" Target="../media/image-18-3.png"/><Relationship Id="rId27" Type="http://schemas.openxmlformats.org/officeDocument/2006/relationships/image" Target="../media/image-18-2.png"/><Relationship Id="rId28" Type="http://schemas.openxmlformats.org/officeDocument/2006/relationships/image" Target="../media/image-18-3.png"/><Relationship Id="rId29" Type="http://schemas.openxmlformats.org/officeDocument/2006/relationships/image" Target="../media/image-18-2.png"/><Relationship Id="rId30" Type="http://schemas.openxmlformats.org/officeDocument/2006/relationships/image" Target="../media/image-18-2.png"/><Relationship Id="rId31" Type="http://schemas.openxmlformats.org/officeDocument/2006/relationships/image" Target="../media/image-18-3.png"/><Relationship Id="rId32" Type="http://schemas.openxmlformats.org/officeDocument/2006/relationships/image" Target="../media/image-18-2.png"/><Relationship Id="rId33" Type="http://schemas.openxmlformats.org/officeDocument/2006/relationships/image" Target="../media/image-18-3.png"/><Relationship Id="rId34" Type="http://schemas.openxmlformats.org/officeDocument/2006/relationships/image" Target="../media/image-18-2.png"/><Relationship Id="rId35" Type="http://schemas.openxmlformats.org/officeDocument/2006/relationships/image" Target="../media/image-18-3.png"/><Relationship Id="rId36" Type="http://schemas.openxmlformats.org/officeDocument/2006/relationships/image" Target="../media/image-18-2.png"/><Relationship Id="rId37" Type="http://schemas.openxmlformats.org/officeDocument/2006/relationships/image" Target="../media/image-18-3.png"/><Relationship Id="rId38" Type="http://schemas.openxmlformats.org/officeDocument/2006/relationships/image" Target="../media/image-18-2.png"/><Relationship Id="rId39" Type="http://schemas.openxmlformats.org/officeDocument/2006/relationships/image" Target="../media/image-18-2.png"/><Relationship Id="rId40" Type="http://schemas.openxmlformats.org/officeDocument/2006/relationships/image" Target="../media/image-18-3.png"/><Relationship Id="rId41" Type="http://schemas.openxmlformats.org/officeDocument/2006/relationships/image" Target="../media/image-18-2.png"/><Relationship Id="rId42" Type="http://schemas.openxmlformats.org/officeDocument/2006/relationships/image" Target="../media/image-18-3.png"/><Relationship Id="rId43" Type="http://schemas.openxmlformats.org/officeDocument/2006/relationships/image" Target="../media/image-18-2.png"/><Relationship Id="rId44" Type="http://schemas.openxmlformats.org/officeDocument/2006/relationships/image" Target="../media/image-18-3.png"/><Relationship Id="rId45" Type="http://schemas.openxmlformats.org/officeDocument/2006/relationships/image" Target="../media/image-18-2.png"/><Relationship Id="rId46" Type="http://schemas.openxmlformats.org/officeDocument/2006/relationships/image" Target="../media/image-18-3.png"/><Relationship Id="rId47" Type="http://schemas.openxmlformats.org/officeDocument/2006/relationships/image" Target="../media/image-18-2.png"/><Relationship Id="rId48" Type="http://schemas.openxmlformats.org/officeDocument/2006/relationships/image" Target="../media/image-18-3.png"/><Relationship Id="rId49" Type="http://schemas.openxmlformats.org/officeDocument/2006/relationships/image" Target="../media/image-18-2.png"/><Relationship Id="rId50" Type="http://schemas.openxmlformats.org/officeDocument/2006/relationships/image" Target="../media/image-18-2.png"/><Relationship Id="rId51" Type="http://schemas.openxmlformats.org/officeDocument/2006/relationships/image" Target="../media/image-18-3.png"/><Relationship Id="rId52" Type="http://schemas.openxmlformats.org/officeDocument/2006/relationships/image" Target="../media/image-18-2.png"/><Relationship Id="rId53" Type="http://schemas.openxmlformats.org/officeDocument/2006/relationships/image" Target="../media/image-18-2.png"/><Relationship Id="rId54" Type="http://schemas.openxmlformats.org/officeDocument/2006/relationships/image" Target="../media/image-18-3.png"/><Relationship Id="rId55" Type="http://schemas.openxmlformats.org/officeDocument/2006/relationships/image" Target="../media/image-18-2.png"/><Relationship Id="rId56" Type="http://schemas.openxmlformats.org/officeDocument/2006/relationships/image" Target="../media/image-18-2.png"/><Relationship Id="rId57" Type="http://schemas.openxmlformats.org/officeDocument/2006/relationships/image" Target="../media/image-18-3.png"/><Relationship Id="rId58" Type="http://schemas.openxmlformats.org/officeDocument/2006/relationships/image" Target="../media/image-18-2.png"/><Relationship Id="rId59" Type="http://schemas.openxmlformats.org/officeDocument/2006/relationships/image" Target="../media/image-18-3.png"/><Relationship Id="rId60" Type="http://schemas.openxmlformats.org/officeDocument/2006/relationships/image" Target="../media/image-18-2.png"/><Relationship Id="rId61" Type="http://schemas.openxmlformats.org/officeDocument/2006/relationships/image" Target="../media/image-18-2.png"/><Relationship Id="rId62" Type="http://schemas.openxmlformats.org/officeDocument/2006/relationships/image" Target="../media/image-18-3.png"/><Relationship Id="rId63" Type="http://schemas.openxmlformats.org/officeDocument/2006/relationships/image" Target="../media/image-18-2.png"/><Relationship Id="rId64" Type="http://schemas.openxmlformats.org/officeDocument/2006/relationships/image" Target="../media/image-18-3.png"/><Relationship Id="rId65" Type="http://schemas.openxmlformats.org/officeDocument/2006/relationships/image" Target="../media/image-18-2.png"/><Relationship Id="rId66" Type="http://schemas.openxmlformats.org/officeDocument/2006/relationships/image" Target="../media/image-18-1.png"/><Relationship Id="rId67" Type="http://schemas.openxmlformats.org/officeDocument/2006/relationships/image" Target="../media/image-18-2.png"/><Relationship Id="rId68" Type="http://schemas.openxmlformats.org/officeDocument/2006/relationships/image" Target="../media/image-18-3.png"/><Relationship Id="rId69" Type="http://schemas.openxmlformats.org/officeDocument/2006/relationships/image" Target="../media/image-18-2.png"/><Relationship Id="rId70" Type="http://schemas.openxmlformats.org/officeDocument/2006/relationships/image" Target="../media/image-18-3.png"/><Relationship Id="rId71" Type="http://schemas.openxmlformats.org/officeDocument/2006/relationships/image" Target="../media/image-18-2.png"/><Relationship Id="rId72" Type="http://schemas.openxmlformats.org/officeDocument/2006/relationships/image" Target="../media/image-18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Запасное правило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модель не ответила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Задание меняется фразой — код робота остаётся тем же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351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образца, не заезжая в правую половину арены, и сразу возвращайся на базу»</a:t>
            </a:r>
            <a:endParaRPr lang="en-US" sz="1100" dirty="0"/>
          </a:p>
        </p:txBody>
      </p:sp>
      <p:pic>
        <p:nvPicPr>
          <p:cNvPr id="7" name="pair_llm_combo" descr="Две карты одной арены с запретной правой половиной: робот с правилом собирает все образцы и заезжает в неё, робот с языковой моделью собирает два образца в левой половине и возвращает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82496"/>
            <a:ext cx="4206240" cy="1912160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89611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все 5 и 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04495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образца в разрешённой половине — и на базу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144768" y="1682496"/>
            <a:ext cx="2103120" cy="21031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14476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28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633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этим заданием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950" dirty="0"/>
          </a:p>
        </p:txBody>
      </p:sp>
      <p:sp>
        <p:nvSpPr>
          <p:cNvPr id="13" name="llm-note"/>
          <p:cNvSpPr txBox="1"/>
          <p:nvPr/>
        </p:nvSpPr>
        <p:spPr>
          <a:xfrm>
            <a:off x="5897880" y="38404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850" dirty="0"/>
          </a:p>
        </p:txBody>
      </p:sp>
      <p:sp>
        <p:nvSpPr>
          <p:cNvPr id="14" name="other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other-text"/>
          <p:cNvSpPr txBox="1"/>
          <p:nvPr/>
        </p:nvSpPr>
        <p:spPr>
          <a:xfrm>
            <a:off x="923544" y="422452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Ещё четыре задания другими фразами, 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например «сохрани 30 единиц заряда»: 45–46 из 48 прогонов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между прогонами: знакомую зону объезжает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прогона робот записывает, где получил штраф и где пол дорогой; мест образцов в памяти нет</a:t>
            </a:r>
            <a:endParaRPr lang="en-US" sz="1150" dirty="0"/>
          </a:p>
        </p:txBody>
      </p:sp>
      <p:pic>
        <p:nvPicPr>
          <p:cNvPr id="5" name="pair_memory" descr="Две карты одной лаборатории: без памяти робот въезжает в опасную зону и получает штраф, с памятью объезжает зону, обведённую пунктир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Второй прогон без памяти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· счёт 86,2 · штраф за зону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Второй прогон с памятью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· счёт 91,1 · без штрафов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[2,4; 6,3]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лабораторий × 4 раскладки,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Первых въездов в опасную зону — 63 вместо 95 на 160 прогонов. 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от другой расстановки выигрыша не дала; в Gazebo не проверено</a:t>
            </a:r>
            <a:endParaRPr lang="en-US" sz="1050" dirty="0"/>
          </a:p>
        </p:txBody>
      </p:sp>
      <p:sp>
        <p:nvSpPr>
          <p:cNvPr id="13" name="level-tag"/>
          <p:cNvSpPr txBox="1"/>
          <p:nvPr/>
        </p:nvSpPr>
        <p:spPr>
          <a:xfrm>
            <a:off x="6898234" y="155448"/>
            <a:ext cx="1578254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Уровень 4 · адаптация</a:t>
            </a:r>
            <a:endParaRPr lang="en-US" sz="900" dirty="0"/>
          </a:p>
        </p:txBody>
      </p:sp>
      <p:sp>
        <p:nvSpPr>
          <p:cNvPr id="14" name="memory-legend"/>
          <p:cNvSpPr txBox="1"/>
          <p:nvPr/>
        </p:nvSpPr>
        <p:spPr>
          <a:xfrm>
            <a:off x="5824728" y="37307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 же лаборатория, образцы в новых местах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зона из памяти, крестик — штраф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324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2026-10-09T09:52:15Z</dcterms:created>
  <dcterms:modified xsi:type="dcterms:W3CDTF">2026-10-09T09:52:15Z</dcterms:modified>
</cp:coreProperties>
</file>