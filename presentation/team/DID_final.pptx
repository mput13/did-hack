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Всё это робот записывает в журнал гипотез: что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показывает. Журнал мы сверили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словами. Миссия: не заезжай в правую половину арены. Слева робот с обычным правилом: текст он не читает и едет за образцами через запретную половину. Справа подцели выбирает языковая модель: она читает миссию и работает только в разрешённой половине — собирает там все три образца и возвращается. Так же словами можно задать, например, сколько образцов собрать. Модель выполняет такую миссию в одиннадцати прогонах из двенадцати,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Дополнительно робот умеет работать без готовой карты: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Ещё одно дополнение — два робота: у каждого своя батарея и свой датчик. Общей памяти у них нет, всё идёт сообщениями через один канал ROS 2. Раз в секунду робот передаёт свои показания датчика — напарник вносит их в свою карту вероятностей, как собственные. Перед выездом робот заявляет цель — второй туда не едет, а если выбрали одну и ту же, уступает тот, кому дороже ехать. О сборе и об опасной зоне тоже сообщают, и арену они делят пополам.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Из этой работы выросли три скилла.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 и дополнительные треки: журнал гипотез, своя карта, два робота, работа с ИИ-агентами и скиллы.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1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1.png"/><Relationship Id="rId5" Type="http://schemas.openxmlformats.org/officeDocument/2006/relationships/image" Target="../media/image-17-3.png"/><Relationship Id="rId6" Type="http://schemas.openxmlformats.org/officeDocument/2006/relationships/image" Target="../media/image-17-2.png"/><Relationship Id="rId7" Type="http://schemas.openxmlformats.org/officeDocument/2006/relationships/image" Target="../media/image-17-3.png"/><Relationship Id="rId8" Type="http://schemas.openxmlformats.org/officeDocument/2006/relationships/image" Target="../media/image-17-2.png"/><Relationship Id="rId9" Type="http://schemas.openxmlformats.org/officeDocument/2006/relationships/image" Target="../media/image-17-3.png"/><Relationship Id="rId10" Type="http://schemas.openxmlformats.org/officeDocument/2006/relationships/image" Target="../media/image-17-2.png"/><Relationship Id="rId11" Type="http://schemas.openxmlformats.org/officeDocument/2006/relationships/image" Target="../media/image-17-3.png"/><Relationship Id="rId12" Type="http://schemas.openxmlformats.org/officeDocument/2006/relationships/image" Target="../media/image-17-2.png"/><Relationship Id="rId13" Type="http://schemas.openxmlformats.org/officeDocument/2006/relationships/image" Target="../media/image-17-1.png"/><Relationship Id="rId14" Type="http://schemas.openxmlformats.org/officeDocument/2006/relationships/image" Target="../media/image-17-1.png"/><Relationship Id="rId15" Type="http://schemas.openxmlformats.org/officeDocument/2006/relationships/image" Target="../media/image-17-1.png"/><Relationship Id="rId16" Type="http://schemas.openxmlformats.org/officeDocument/2006/relationships/image" Target="../media/image-17-1.png"/><Relationship Id="rId17" Type="http://schemas.openxmlformats.org/officeDocument/2006/relationships/image" Target="../media/image-17-2.png"/><Relationship Id="rId18" Type="http://schemas.openxmlformats.org/officeDocument/2006/relationships/image" Target="../media/image-17-1.png"/><Relationship Id="rId19" Type="http://schemas.openxmlformats.org/officeDocument/2006/relationships/image" Target="../media/image-17-2.png"/><Relationship Id="rId20" Type="http://schemas.openxmlformats.org/officeDocument/2006/relationships/image" Target="../media/image-17-3.png"/><Relationship Id="rId21" Type="http://schemas.openxmlformats.org/officeDocument/2006/relationships/image" Target="../media/image-17-2.png"/><Relationship Id="rId22" Type="http://schemas.openxmlformats.org/officeDocument/2006/relationships/image" Target="../media/image-17-2.png"/><Relationship Id="rId23" Type="http://schemas.openxmlformats.org/officeDocument/2006/relationships/image" Target="../media/image-17-3.png"/><Relationship Id="rId24" Type="http://schemas.openxmlformats.org/officeDocument/2006/relationships/image" Target="../media/image-17-2.png"/><Relationship Id="rId25" Type="http://schemas.openxmlformats.org/officeDocument/2006/relationships/image" Target="../media/image-17-2.png"/><Relationship Id="rId26" Type="http://schemas.openxmlformats.org/officeDocument/2006/relationships/image" Target="../media/image-17-3.png"/><Relationship Id="rId27" Type="http://schemas.openxmlformats.org/officeDocument/2006/relationships/image" Target="../media/image-17-2.png"/><Relationship Id="rId28" Type="http://schemas.openxmlformats.org/officeDocument/2006/relationships/image" Target="../media/image-17-3.png"/><Relationship Id="rId29" Type="http://schemas.openxmlformats.org/officeDocument/2006/relationships/image" Target="../media/image-17-2.png"/><Relationship Id="rId30" Type="http://schemas.openxmlformats.org/officeDocument/2006/relationships/image" Target="../media/image-17-2.png"/><Relationship Id="rId31" Type="http://schemas.openxmlformats.org/officeDocument/2006/relationships/image" Target="../media/image-17-3.png"/><Relationship Id="rId32" Type="http://schemas.openxmlformats.org/officeDocument/2006/relationships/image" Target="../media/image-17-2.png"/><Relationship Id="rId33" Type="http://schemas.openxmlformats.org/officeDocument/2006/relationships/image" Target="../media/image-17-3.png"/><Relationship Id="rId34" Type="http://schemas.openxmlformats.org/officeDocument/2006/relationships/image" Target="../media/image-17-2.png"/><Relationship Id="rId35" Type="http://schemas.openxmlformats.org/officeDocument/2006/relationships/image" Target="../media/image-17-3.png"/><Relationship Id="rId36" Type="http://schemas.openxmlformats.org/officeDocument/2006/relationships/image" Target="../media/image-17-2.png"/><Relationship Id="rId37" Type="http://schemas.openxmlformats.org/officeDocument/2006/relationships/image" Target="../media/image-17-3.png"/><Relationship Id="rId38" Type="http://schemas.openxmlformats.org/officeDocument/2006/relationships/image" Target="../media/image-17-2.png"/><Relationship Id="rId39" Type="http://schemas.openxmlformats.org/officeDocument/2006/relationships/image" Target="../media/image-17-2.png"/><Relationship Id="rId40" Type="http://schemas.openxmlformats.org/officeDocument/2006/relationships/image" Target="../media/image-17-3.png"/><Relationship Id="rId41" Type="http://schemas.openxmlformats.org/officeDocument/2006/relationships/image" Target="../media/image-17-2.png"/><Relationship Id="rId42" Type="http://schemas.openxmlformats.org/officeDocument/2006/relationships/image" Target="../media/image-17-3.png"/><Relationship Id="rId43" Type="http://schemas.openxmlformats.org/officeDocument/2006/relationships/image" Target="../media/image-17-2.png"/><Relationship Id="rId44" Type="http://schemas.openxmlformats.org/officeDocument/2006/relationships/image" Target="../media/image-17-3.png"/><Relationship Id="rId45" Type="http://schemas.openxmlformats.org/officeDocument/2006/relationships/image" Target="../media/image-17-2.png"/><Relationship Id="rId46" Type="http://schemas.openxmlformats.org/officeDocument/2006/relationships/image" Target="../media/image-17-3.png"/><Relationship Id="rId47" Type="http://schemas.openxmlformats.org/officeDocument/2006/relationships/image" Target="../media/image-17-2.png"/><Relationship Id="rId48" Type="http://schemas.openxmlformats.org/officeDocument/2006/relationships/image" Target="../media/image-17-3.png"/><Relationship Id="rId49" Type="http://schemas.openxmlformats.org/officeDocument/2006/relationships/image" Target="../media/image-17-2.png"/><Relationship Id="rId50" Type="http://schemas.openxmlformats.org/officeDocument/2006/relationships/image" Target="../media/image-17-2.png"/><Relationship Id="rId51" Type="http://schemas.openxmlformats.org/officeDocument/2006/relationships/image" Target="../media/image-17-3.png"/><Relationship Id="rId52" Type="http://schemas.openxmlformats.org/officeDocument/2006/relationships/image" Target="../media/image-17-2.png"/><Relationship Id="rId53" Type="http://schemas.openxmlformats.org/officeDocument/2006/relationships/image" Target="../media/image-17-2.png"/><Relationship Id="rId54" Type="http://schemas.openxmlformats.org/officeDocument/2006/relationships/image" Target="../media/image-17-3.png"/><Relationship Id="rId55" Type="http://schemas.openxmlformats.org/officeDocument/2006/relationships/image" Target="../media/image-17-2.png"/><Relationship Id="rId56" Type="http://schemas.openxmlformats.org/officeDocument/2006/relationships/image" Target="../media/image-17-2.png"/><Relationship Id="rId57" Type="http://schemas.openxmlformats.org/officeDocument/2006/relationships/image" Target="../media/image-17-3.png"/><Relationship Id="rId58" Type="http://schemas.openxmlformats.org/officeDocument/2006/relationships/image" Target="../media/image-17-2.png"/><Relationship Id="rId59" Type="http://schemas.openxmlformats.org/officeDocument/2006/relationships/image" Target="../media/image-17-3.png"/><Relationship Id="rId60" Type="http://schemas.openxmlformats.org/officeDocument/2006/relationships/image" Target="../media/image-17-2.png"/><Relationship Id="rId61" Type="http://schemas.openxmlformats.org/officeDocument/2006/relationships/image" Target="../media/image-17-2.png"/><Relationship Id="rId62" Type="http://schemas.openxmlformats.org/officeDocument/2006/relationships/image" Target="../media/image-17-3.png"/><Relationship Id="rId63" Type="http://schemas.openxmlformats.org/officeDocument/2006/relationships/image" Target="../media/image-17-2.png"/><Relationship Id="rId64" Type="http://schemas.openxmlformats.org/officeDocument/2006/relationships/image" Target="../media/image-17-3.png"/><Relationship Id="rId65" Type="http://schemas.openxmlformats.org/officeDocument/2006/relationships/image" Target="../media/image-17-2.png"/><Relationship Id="rId66" Type="http://schemas.openxmlformats.org/officeDocument/2006/relationships/image" Target="../media/image-17-1.png"/><Relationship Id="rId67" Type="http://schemas.openxmlformats.org/officeDocument/2006/relationships/image" Target="../media/image-17-2.png"/><Relationship Id="rId68" Type="http://schemas.openxmlformats.org/officeDocument/2006/relationships/image" Target="../media/image-17-3.png"/><Relationship Id="rId69" Type="http://schemas.openxmlformats.org/officeDocument/2006/relationships/image" Target="../media/image-17-2.png"/><Relationship Id="rId70" Type="http://schemas.openxmlformats.org/officeDocument/2006/relationships/image" Target="../media/image-17-3.png"/><Relationship Id="rId71" Type="http://schemas.openxmlformats.org/officeDocument/2006/relationships/image" Target="../media/image-17-2.png"/><Relationship Id="rId72" Type="http://schemas.openxmlformats.org/officeDocument/2006/relationships/image" Target="../media/image-17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Jev 1.13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опыт, OpenRouter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предположил, как проверил и чем закончилось — строки из журнала прогона показа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656832" y="155448"/>
            <a:ext cx="181965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научный агент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и тот же робот; подцели выбирает правило или языковая модель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296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Миссия: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заезжай в правую половину арены: работай только в левой»</a:t>
            </a:r>
            <a:endParaRPr lang="en-US" sz="1200" dirty="0"/>
          </a:p>
        </p:txBody>
      </p:sp>
      <p:pic>
        <p:nvPicPr>
          <p:cNvPr id="7" name="pair_llm_zone" descr="Две карты одной арены с запретной правой половиной: робот с правилом заезжает в неё, робот с языковой моделью остаётся в лев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0784"/>
            <a:ext cx="5029200" cy="2286279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713232" y="4032783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273552" y="4032783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остался в разрешённой: 3 из 3 образцов там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053328" y="1737360"/>
            <a:ext cx="2286000" cy="22860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053328" y="2212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30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7797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этой миссией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1000" dirty="0"/>
          </a:p>
        </p:txBody>
      </p:sp>
      <p:sp>
        <p:nvSpPr>
          <p:cNvPr id="13" name="llm-note"/>
          <p:cNvSpPr txBox="1"/>
          <p:nvPr/>
        </p:nvSpPr>
        <p:spPr>
          <a:xfrm>
            <a:off x="5852160" y="411480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7199986" y="155448"/>
            <a:ext cx="127650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SLAM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Общей памяти нет: всё, что робот знает о напарнике, пришло сообщением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596482" y="155448"/>
            <a:ext cx="18800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мультиагентный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514600" cy="2319528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6454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5 из 5 образцов, оба вернулись, 187 сообщений</a:t>
            </a:r>
            <a:endParaRPr lang="en-US" sz="950" dirty="0"/>
          </a:p>
        </p:txBody>
      </p:sp>
      <p:sp>
        <p:nvSpPr>
          <p:cNvPr id="8" name="robot-1"/>
          <p:cNvSpPr txBox="1"/>
          <p:nvPr/>
        </p:nvSpPr>
        <p:spPr>
          <a:xfrm>
            <a:off x="3429000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1</a:t>
            </a:r>
            <a:endParaRPr lang="en-US" sz="1050" dirty="0"/>
          </a:p>
        </p:txBody>
      </p:sp>
      <p:sp>
        <p:nvSpPr>
          <p:cNvPr id="9" name="channel"/>
          <p:cNvSpPr txBox="1"/>
          <p:nvPr/>
        </p:nvSpPr>
        <p:spPr>
          <a:xfrm>
            <a:off x="4645152" y="1298448"/>
            <a:ext cx="2615184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канал ROS 2 · /did/team · строка JSON</a:t>
            </a:r>
            <a:endParaRPr lang="en-US" sz="1050" dirty="0"/>
          </a:p>
        </p:txBody>
      </p:sp>
      <p:sp>
        <p:nvSpPr>
          <p:cNvPr id="10" name="robot-2"/>
          <p:cNvSpPr txBox="1"/>
          <p:nvPr/>
        </p:nvSpPr>
        <p:spPr>
          <a:xfrm>
            <a:off x="7516368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7C5C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2</a:t>
            </a:r>
            <a:endParaRPr lang="en-US" sz="1050" dirty="0"/>
          </a:p>
        </p:txBody>
      </p:sp>
      <p:sp>
        <p:nvSpPr>
          <p:cNvPr id="11" name="channel-arrow-1"/>
          <p:cNvSpPr/>
          <p:nvPr/>
        </p:nvSpPr>
        <p:spPr>
          <a:xfrm>
            <a:off x="4407408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2" name="channel-arrow-2"/>
          <p:cNvSpPr/>
          <p:nvPr/>
        </p:nvSpPr>
        <p:spPr>
          <a:xfrm>
            <a:off x="7278624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msg-head-1"/>
          <p:cNvSpPr txBox="1"/>
          <p:nvPr/>
        </p:nvSpPr>
        <p:spPr>
          <a:xfrm>
            <a:off x="3429000" y="18288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сообщает</a:t>
            </a:r>
            <a:endParaRPr lang="en-US" sz="950" dirty="0"/>
          </a:p>
        </p:txBody>
      </p:sp>
      <p:sp>
        <p:nvSpPr>
          <p:cNvPr id="14" name="msg-head-2"/>
          <p:cNvSpPr txBox="1"/>
          <p:nvPr/>
        </p:nvSpPr>
        <p:spPr>
          <a:xfrm>
            <a:off x="5440680" y="18288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делает напарник</a:t>
            </a:r>
            <a:endParaRPr lang="en-US" sz="950" dirty="0"/>
          </a:p>
        </p:txBody>
      </p:sp>
      <p:sp>
        <p:nvSpPr>
          <p:cNvPr id="15" name="msg-1"/>
          <p:cNvSpPr txBox="1"/>
          <p:nvPr/>
        </p:nvSpPr>
        <p:spPr>
          <a:xfrm>
            <a:off x="3429000" y="210312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показания датчика</a:t>
            </a:r>
            <a:endParaRPr lang="en-US" sz="900" dirty="0"/>
          </a:p>
        </p:txBody>
      </p:sp>
      <p:sp>
        <p:nvSpPr>
          <p:cNvPr id="16" name="msg-1-arrow"/>
          <p:cNvSpPr/>
          <p:nvPr/>
        </p:nvSpPr>
        <p:spPr>
          <a:xfrm>
            <a:off x="5230368" y="224942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msg-1-act"/>
          <p:cNvSpPr txBox="1"/>
          <p:nvPr/>
        </p:nvSpPr>
        <p:spPr>
          <a:xfrm>
            <a:off x="5440680" y="210312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вносит их в свою карту вероятностей</a:t>
            </a:r>
            <a:endParaRPr lang="en-US" sz="1000" dirty="0"/>
          </a:p>
        </p:txBody>
      </p:sp>
      <p:sp>
        <p:nvSpPr>
          <p:cNvPr id="18" name="msg-2"/>
          <p:cNvSpPr txBox="1"/>
          <p:nvPr/>
        </p:nvSpPr>
        <p:spPr>
          <a:xfrm>
            <a:off x="3429000" y="246888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«эту цель беру я»</a:t>
            </a:r>
            <a:endParaRPr lang="en-US" sz="900" dirty="0"/>
          </a:p>
        </p:txBody>
      </p:sp>
      <p:sp>
        <p:nvSpPr>
          <p:cNvPr id="19" name="msg-2-arrow"/>
          <p:cNvSpPr/>
          <p:nvPr/>
        </p:nvSpPr>
        <p:spPr>
          <a:xfrm>
            <a:off x="5230368" y="261518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msg-2-act"/>
          <p:cNvSpPr txBox="1"/>
          <p:nvPr/>
        </p:nvSpPr>
        <p:spPr>
          <a:xfrm>
            <a:off x="5440680" y="246888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туда не едет; спор решает цена пути</a:t>
            </a:r>
            <a:endParaRPr lang="en-US" sz="1000" dirty="0"/>
          </a:p>
        </p:txBody>
      </p:sp>
      <p:sp>
        <p:nvSpPr>
          <p:cNvPr id="21" name="msg-3"/>
          <p:cNvSpPr txBox="1"/>
          <p:nvPr/>
        </p:nvSpPr>
        <p:spPr>
          <a:xfrm>
            <a:off x="3429000" y="283464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«образец собран»</a:t>
            </a:r>
            <a:endParaRPr lang="en-US" sz="900" dirty="0"/>
          </a:p>
        </p:txBody>
      </p:sp>
      <p:sp>
        <p:nvSpPr>
          <p:cNvPr id="22" name="msg-3-arrow"/>
          <p:cNvSpPr/>
          <p:nvPr/>
        </p:nvSpPr>
        <p:spPr>
          <a:xfrm>
            <a:off x="5230368" y="298094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msg-3-act"/>
          <p:cNvSpPr txBox="1"/>
          <p:nvPr/>
        </p:nvSpPr>
        <p:spPr>
          <a:xfrm>
            <a:off x="5440680" y="283464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пересчитывает карту и строит новый план</a:t>
            </a:r>
            <a:endParaRPr lang="en-US" sz="1000" dirty="0"/>
          </a:p>
        </p:txBody>
      </p:sp>
      <p:sp>
        <p:nvSpPr>
          <p:cNvPr id="24" name="msg-4"/>
          <p:cNvSpPr txBox="1"/>
          <p:nvPr/>
        </p:nvSpPr>
        <p:spPr>
          <a:xfrm>
            <a:off x="3429000" y="320040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«здесь опасная зона»</a:t>
            </a:r>
            <a:endParaRPr lang="en-US" sz="900" dirty="0"/>
          </a:p>
        </p:txBody>
      </p:sp>
      <p:sp>
        <p:nvSpPr>
          <p:cNvPr id="25" name="msg-4-arrow"/>
          <p:cNvSpPr/>
          <p:nvPr/>
        </p:nvSpPr>
        <p:spPr>
          <a:xfrm>
            <a:off x="5230368" y="334670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msg-4-act"/>
          <p:cNvSpPr txBox="1"/>
          <p:nvPr/>
        </p:nvSpPr>
        <p:spPr>
          <a:xfrm>
            <a:off x="5440680" y="320040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объезжает её, не получив штрафа сам</a:t>
            </a:r>
            <a:endParaRPr lang="en-US" sz="1000" dirty="0"/>
          </a:p>
        </p:txBody>
      </p:sp>
      <p:sp>
        <p:nvSpPr>
          <p:cNvPr id="27" name="msg-5"/>
          <p:cNvSpPr txBox="1"/>
          <p:nvPr/>
        </p:nvSpPr>
        <p:spPr>
          <a:xfrm>
            <a:off x="3429000" y="356616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«делим арену»</a:t>
            </a:r>
            <a:endParaRPr lang="en-US" sz="900" dirty="0"/>
          </a:p>
        </p:txBody>
      </p:sp>
      <p:sp>
        <p:nvSpPr>
          <p:cNvPr id="28" name="msg-5-arrow"/>
          <p:cNvSpPr/>
          <p:nvPr/>
        </p:nvSpPr>
        <p:spPr>
          <a:xfrm>
            <a:off x="5230368" y="371246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msg-5-act"/>
          <p:cNvSpPr txBox="1"/>
          <p:nvPr/>
        </p:nvSpPr>
        <p:spPr>
          <a:xfrm>
            <a:off x="5440680" y="356616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ищет на своей половине; деление меняется</a:t>
            </a:r>
            <a:endParaRPr lang="en-US" sz="1000" dirty="0"/>
          </a:p>
        </p:txBody>
      </p:sp>
      <p:sp>
        <p:nvSpPr>
          <p:cNvPr id="30" name="team-stats"/>
          <p:cNvSpPr/>
          <p:nvPr/>
        </p:nvSpPr>
        <p:spPr>
          <a:xfrm>
            <a:off x="667512" y="4023360"/>
            <a:ext cx="7808976" cy="585216"/>
          </a:xfrm>
          <a:prstGeom prst="roundRect">
            <a:avLst>
              <a:gd name="adj" fmla="val 46875"/>
            </a:avLst>
          </a:prstGeom>
          <a:solidFill>
            <a:schemeClr val="bg2"/>
          </a:solidFill>
          <a:ln/>
        </p:spPr>
      </p:sp>
      <p:sp>
        <p:nvSpPr>
          <p:cNvPr id="31" name="team-stat-1-value"/>
          <p:cNvSpPr txBox="1"/>
          <p:nvPr/>
        </p:nvSpPr>
        <p:spPr>
          <a:xfrm>
            <a:off x="85039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1500" dirty="0"/>
          </a:p>
        </p:txBody>
      </p:sp>
      <p:sp>
        <p:nvSpPr>
          <p:cNvPr id="32" name="team-stat-1-label"/>
          <p:cNvSpPr txBox="1"/>
          <p:nvPr/>
        </p:nvSpPr>
        <p:spPr>
          <a:xfrm>
            <a:off x="18562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900" dirty="0"/>
          </a:p>
        </p:txBody>
      </p:sp>
      <p:sp>
        <p:nvSpPr>
          <p:cNvPr id="33" name="team-stat-2-value"/>
          <p:cNvSpPr txBox="1"/>
          <p:nvPr/>
        </p:nvSpPr>
        <p:spPr>
          <a:xfrm>
            <a:off x="27706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1500" dirty="0"/>
          </a:p>
        </p:txBody>
      </p:sp>
      <p:sp>
        <p:nvSpPr>
          <p:cNvPr id="34" name="team-stat-2-label"/>
          <p:cNvSpPr txBox="1"/>
          <p:nvPr/>
        </p:nvSpPr>
        <p:spPr>
          <a:xfrm>
            <a:off x="37764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900" dirty="0"/>
          </a:p>
        </p:txBody>
      </p:sp>
      <p:sp>
        <p:nvSpPr>
          <p:cNvPr id="35" name="team-stat-3-value"/>
          <p:cNvSpPr txBox="1"/>
          <p:nvPr/>
        </p:nvSpPr>
        <p:spPr>
          <a:xfrm>
            <a:off x="46908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1500" dirty="0"/>
          </a:p>
        </p:txBody>
      </p:sp>
      <p:sp>
        <p:nvSpPr>
          <p:cNvPr id="36" name="team-stat-3-label"/>
          <p:cNvSpPr txBox="1"/>
          <p:nvPr/>
        </p:nvSpPr>
        <p:spPr>
          <a:xfrm>
            <a:off x="569671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900" dirty="0"/>
          </a:p>
        </p:txBody>
      </p:sp>
      <p:sp>
        <p:nvSpPr>
          <p:cNvPr id="37" name="team-note"/>
          <p:cNvSpPr txBox="1"/>
          <p:nvPr/>
        </p:nvSpPr>
        <p:spPr>
          <a:xfrm>
            <a:off x="6675120" y="402336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против пары без связи: 80 сценариев, быстрый симулятор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работали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320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разработки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Скиллы, которые выросли из нашей работы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стало инструкцией, которую ИИ-агент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5992978" y="155448"/>
            <a:ext cx="248351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использование ассистента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547872"/>
            <a:ext cx="7808976" cy="1042416"/>
          </a:xfrm>
          <a:prstGeom prst="roundRect">
            <a:avLst>
              <a:gd name="adj" fmla="val 26316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547872"/>
            <a:ext cx="7260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· задания словами через языковую модель · память между прогонами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· карта через SLAM · два робота · работа с ИИ-агентами · скиллы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2026-10-09T09:20:16Z</dcterms:created>
  <dcterms:modified xsi:type="dcterms:W3CDTF">2026-10-09T09:20:16Z</dcterms:modified>
</cp:coreProperties>
</file>